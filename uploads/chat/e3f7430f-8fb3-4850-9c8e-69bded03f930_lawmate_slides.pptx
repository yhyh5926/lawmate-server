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BBFF"/>
                </a:solidFill>
              </a:rPr>
              <a:t>주요 기능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상담 예약 및 접수 관리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0" y="155448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0" y="155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Consult API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solidFill>
            <a:srgbClr val="9B6FD0"/>
          </a:solidFill>
          <a:ln w="12700">
            <a:solidFill>
              <a:srgbClr val="9B6F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🖥  시연 화면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3657600" cy="621792"/>
          </a:xfrm>
          <a:prstGeom prst="rect">
            <a:avLst/>
          </a:prstGeom>
          <a:solidFill>
            <a:srgbClr val="F3EDFC"/>
          </a:solidFill>
          <a:ln w="12700">
            <a:solidFill>
              <a:srgbClr val="E0D0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481328"/>
            <a:ext cx="402336" cy="40233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14264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</a:rPr>
              <a:t>변호사 선택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67335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전문 분야별 변호사 목록 조회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121408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231136"/>
            <a:ext cx="402336" cy="40233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31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②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21762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</a:rPr>
              <a:t>날짜 예약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42316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가용 날짜 캘린더 선택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871216"/>
            <a:ext cx="3657600" cy="621792"/>
          </a:xfrm>
          <a:prstGeom prst="rect">
            <a:avLst/>
          </a:prstGeom>
          <a:solidFill>
            <a:srgbClr val="F3EDFC"/>
          </a:solidFill>
          <a:ln w="12700">
            <a:solidFill>
              <a:srgbClr val="E0D0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980944"/>
            <a:ext cx="402336" cy="40233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80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29260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</a:rPr>
              <a:t>변호사 승인/거절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17296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변호사 접수 확인 및 사유 입력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621024"/>
            <a:ext cx="3657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0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730752"/>
            <a:ext cx="402336" cy="402336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④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51560" y="3675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3FA0"/>
                </a:solidFill>
              </a:rPr>
              <a:t>상태 관리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392277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</a:rPr>
              <a:t>PENDING → CONFIRMED / CANCELLED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914400"/>
            <a:ext cx="4389120" cy="3931920"/>
          </a:xfrm>
          <a:prstGeom prst="rect">
            <a:avLst/>
          </a:prstGeom>
          <a:solidFill>
            <a:srgbClr val="1E1E2E"/>
          </a:solidFill>
          <a:ln w="1905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80560" y="914400"/>
            <a:ext cx="438912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45152" y="1005840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82896" y="1005840"/>
            <a:ext cx="137160" cy="137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20640" y="1005840"/>
            <a:ext cx="137160" cy="137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941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ConsultController.java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변호사 - 거절 */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1772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@PutMapping("/{consultId}/reject")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17720" y="1783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ResponseEntity&lt;ApiResponse&lt;Void&gt;&gt;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17720" y="2011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reject(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@PathVariable Long consultId,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17720" y="2468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@RequestBody Map&lt;String,String&gt; body) {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1772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1772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reason = body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1772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.getOrDefault("rejectReason", "");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1772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consultMapper.updateReject(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617720" y="3611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consultId, reason);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61772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ResponseEntity.ok(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61772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ApiResponse.success(null));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61772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BBFF"/>
                </a:solidFill>
              </a:rPr>
              <a:t>거절 사유 입력 → DB 저장 → 일반 회원 화면에 빨간 박스로 표시   |   자동 완료 스케줄러: 매 10분마다 CONFIRMED → DONE 전환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4864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BBFF"/>
                </a:solidFill>
              </a:rPr>
              <a:t>주요 기능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1:1 실시간 채팅 (WebSocket)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5544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15544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WebSocket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02336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D0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14400"/>
            <a:ext cx="4023360" cy="347472"/>
          </a:xfrm>
          <a:prstGeom prst="rect">
            <a:avLst/>
          </a:prstGeom>
          <a:solidFill>
            <a:srgbClr val="28A060"/>
          </a:solidFill>
          <a:ln w="12700">
            <a:solidFill>
              <a:srgbClr val="28A0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💬  채팅방 UI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0817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안녕하세요, 법률 상담 도와드리겠습니다.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0" y="1938528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9B6FD0"/>
          </a:solidFill>
          <a:ln w="12700">
            <a:solidFill>
              <a:srgbClr val="9B6F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975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네, 계약서 관련 문의드립니다.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11680" y="2505456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9B6FD0"/>
          </a:solidFill>
          <a:ln w="12700">
            <a:solidFill>
              <a:srgbClr val="9B6F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5420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📎 계약서.pdf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D2D2D"/>
                </a:solidFill>
              </a:rPr>
              <a:t>확인했습니다. 검토 후 연락드릴게요.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0" y="3639312"/>
            <a:ext cx="2011680" cy="438912"/>
          </a:xfrm>
          <a:prstGeom prst="roundRect">
            <a:avLst>
              <a:gd name="adj" fmla="val 20833"/>
            </a:avLst>
          </a:prstGeom>
          <a:solidFill>
            <a:srgbClr val="9B6FD0"/>
          </a:solidFill>
          <a:ln w="12700">
            <a:solidFill>
              <a:srgbClr val="9B6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312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(수정됨) 내일 오전에 연락 부탁드려요.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508760" y="38953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AAAAA"/>
                </a:solidFill>
              </a:rPr>
              <a:t>수정됨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20040" y="4434840"/>
            <a:ext cx="3931920" cy="347472"/>
          </a:xfrm>
          <a:prstGeom prst="rect">
            <a:avLst/>
          </a:prstGeom>
          <a:solidFill>
            <a:srgbClr val="F0EBF8"/>
          </a:solidFill>
          <a:ln w="12700">
            <a:solidFill>
              <a:srgbClr val="CCBB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4348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AA"/>
                </a:solidFill>
              </a:rPr>
              <a:t>메시지를 입력하세요...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31920" y="4480560"/>
            <a:ext cx="256032" cy="256032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914400"/>
            <a:ext cx="4389120" cy="3931920"/>
          </a:xfrm>
          <a:prstGeom prst="rect">
            <a:avLst/>
          </a:prstGeom>
          <a:solidFill>
            <a:srgbClr val="1E1E2E"/>
          </a:solidFill>
          <a:ln w="1905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80560" y="914400"/>
            <a:ext cx="4389120" cy="347472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1005840"/>
            <a:ext cx="137160" cy="13716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82896" y="1005840"/>
            <a:ext cx="137160" cy="13716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20640" y="1005840"/>
            <a:ext cx="137160" cy="13716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94183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AA"/>
                </a:solidFill>
              </a:rPr>
              <a:t>ChatSocketController.java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17720" y="1325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/** 메시지 전송 핸들러 */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617720" y="1554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@MessageMapping("/chat/message")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17720" y="1783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handleMessage(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617720" y="2011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ChatMessageRequest req,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17720" y="2240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DC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SimpMessageHeaderAccessor acc) {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617720" y="2468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2697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DB 저장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617720" y="2926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chatMapper.insertMsg(req.toEntity());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61772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17720" y="3383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구독자에게 브로드캐스트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17720" y="36118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simpMessagingTemplate.convertAndSend(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617720" y="3840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"/sub/chat/room/" + req.getRoomId(),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617720" y="40690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EC9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ChatMessageResponse.from(req));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17720" y="4297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9194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DBBFF"/>
                </a:solidFill>
              </a:rPr>
              <a:t>STOMP 프로토콜 기반 WebSocket   |   메시지 전송 / 수정 / 삭제 / 파일 업로드 / 읽음 처리 지원   |   SockJS 폴백 적용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457200"/>
            <a:ext cx="3200400" cy="3200400"/>
          </a:xfrm>
          <a:prstGeom prst="ellipse">
            <a:avLst/>
          </a:prstGeom>
          <a:solidFill>
            <a:srgbClr val="6B3FA0">
              <a:alpha val="25000"/>
            </a:srgbClr>
          </a:solidFill>
          <a:ln w="12700">
            <a:solidFill>
              <a:srgbClr val="6B3FA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F6B9D">
              <a:alpha val="20000"/>
            </a:srgbClr>
          </a:solidFill>
          <a:ln w="12700">
            <a:solidFill>
              <a:srgbClr val="FF6B9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프로젝트 후기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AADD"/>
                </a:solidFill>
              </a:rPr>
              <a:t>lawMate — 법률 플랫폼 팀 프로젝트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0" y="1207008"/>
            <a:ext cx="2743200" cy="36576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2651760" cy="3474720"/>
          </a:xfrm>
          <a:prstGeom prst="rect">
            <a:avLst/>
          </a:prstGeom>
          <a:solidFill>
            <a:srgbClr val="252540"/>
          </a:solidFill>
          <a:ln w="19050">
            <a:solidFill>
              <a:srgbClr val="6B3FA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651760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🔧  기술적 성장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57984"/>
            <a:ext cx="64008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WebSocket &amp; STOMP 실시간 통신 구현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852928"/>
            <a:ext cx="64008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Oracle FK 제약조건 처리 경험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547872"/>
            <a:ext cx="64008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Spring Scheduler 자동화 로직 개발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4242816"/>
            <a:ext cx="64008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" y="4133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MyBatis resultMap 복잡 쿼리 작성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417320"/>
            <a:ext cx="2651760" cy="3474720"/>
          </a:xfrm>
          <a:prstGeom prst="rect">
            <a:avLst/>
          </a:prstGeom>
          <a:solidFill>
            <a:srgbClr val="252540"/>
          </a:solidFill>
          <a:ln w="19050">
            <a:solidFill>
              <a:srgbClr val="1C7293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0" y="1417320"/>
            <a:ext cx="265176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0128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🤝  협업 경험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157984"/>
            <a:ext cx="64008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93008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5인 팀 역할 분담 및 일정 관리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2852928"/>
            <a:ext cx="64008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93008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API 명세 공유로 원활한 연동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37560" y="3547872"/>
            <a:ext cx="64008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코드 리뷰를 통한 품질 향상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37560" y="4242816"/>
            <a:ext cx="64008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93008" y="4133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Git 브랜치 전략으로 충돌 최소화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0760" y="1417320"/>
            <a:ext cx="2651760" cy="3474720"/>
          </a:xfrm>
          <a:prstGeom prst="rect">
            <a:avLst/>
          </a:prstGeom>
          <a:solidFill>
            <a:srgbClr val="252540"/>
          </a:solidFill>
          <a:ln w="19050">
            <a:solidFill>
              <a:srgbClr val="B8504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141732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0488" y="14173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💡  아쉬운 점 &amp; 개선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2157984"/>
            <a:ext cx="64008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73368" y="204825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페이지네이션 미구현 → 추후 개선 예정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0" y="2852928"/>
            <a:ext cx="64008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알림 기능 부재 → SSE 도입 고려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3547872"/>
            <a:ext cx="64008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3368" y="343814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초기 DB 설계 변경으로 일정 지연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0" y="4242816"/>
            <a:ext cx="64008" cy="640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73368" y="413308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CCCDD"/>
                </a:solidFill>
              </a:rPr>
              <a:t>테스트 코드 부재 → JUnit 도입 필요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solidFill>
            <a:srgbClr val="1E1E3A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DDBBFF"/>
                </a:solidFill>
              </a:rPr>
              <a:t>"실제 서비스처럼 동작하는 플랫폼을 구현하며 협업의 중요성과 기술적 깊이를 동시에 경험할 수 있었습니다."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lawMate 주요 기능</dc:title>
  <dc:subject>PptxGenJS Presentation</dc:subject>
  <dc:creator>PptxGenJS</dc:creator>
  <cp:lastModifiedBy>PptxGenJS</cp:lastModifiedBy>
  <cp:revision>1</cp:revision>
  <dcterms:created xsi:type="dcterms:W3CDTF">2026-03-13T07:02:09Z</dcterms:created>
  <dcterms:modified xsi:type="dcterms:W3CDTF">2026-03-13T07:02:09Z</dcterms:modified>
</cp:coreProperties>
</file>