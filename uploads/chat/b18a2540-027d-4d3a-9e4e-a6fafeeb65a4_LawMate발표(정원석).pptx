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767" r:id="rId1"/>
  </p:sldMasterIdLst>
  <p:notesMasterIdLst>
    <p:notesMasterId r:id="rId2"/>
  </p:notesMasterIdLst>
  <p:sldIdLst>
    <p:sldId id="265" r:id="rId3"/>
    <p:sldId id="290" r:id="rId4"/>
    <p:sldId id="267" r:id="rId5"/>
    <p:sldId id="280" r:id="rId6"/>
    <p:sldId id="281" r:id="rId7"/>
    <p:sldId id="288" r:id="rId8"/>
    <p:sldId id="268" r:id="rId9"/>
    <p:sldId id="291" r:id="rId10"/>
    <p:sldId id="292" r:id="rId11"/>
    <p:sldId id="270" r:id="rId12"/>
    <p:sldId id="278" r:id="rId13"/>
    <p:sldId id="282" r:id="rId14"/>
    <p:sldId id="283" r:id="rId15"/>
    <p:sldId id="262" r:id="rId16"/>
    <p:sldId id="266" r:id="rId17"/>
    <p:sldId id="275" r:id="rId18"/>
    <p:sldId id="276" r:id="rId19"/>
    <p:sldId id="286" r:id="rId20"/>
    <p:sldId id="294" r:id="rId21"/>
    <p:sldId id="295" r:id="rId22"/>
    <p:sldId id="296" r:id="rId23"/>
    <p:sldId id="263" r:id="rId24"/>
    <p:sldId id="271" r:id="rId25"/>
    <p:sldId id="287" r:id="rId26"/>
    <p:sldId id="284" r:id="rId27"/>
    <p:sldId id="285" r:id="rId28"/>
    <p:sldId id="289" r:id="rId29"/>
    <p:sldId id="297"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mAuthor id="0" name="KOSMO" initials="K" lastIdx="2" clrIdx="0"/>
</p:cmAuthorLst>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useTimings="0">
    <p:sldAll/>
    <p:penClr>
      <a:srgbClr val="ff0000"/>
    </p:penClr>
    <p:extLst>
      <p:ext uri="{2FDB2607-1784-4EEB-B798-7EB5836EED8A}">
        <p14:showMediaCtrls xmlns:p14="http://schemas.microsoft.com/office/powerpoint/2010/main" val="1"/>
      </p:ext>
    </p:extLst>
  </p:showPr>
  <p:extLst>
    <p:ext uri="ACF4677E-8BD2-47ae-8A1F-98590045965D">
      <hp:hncThemeShow xmlns:hp="http://schemas.haansoft.com/office/presentation/8.0" themeShowType="1" themeSkinType="1" themeTransitionType="1" useThemeTransition="1" byMouseClick="1" attrType="1" dur="2000"/>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a:tblStyle styleId="{1F423C0B-24CF-4C3C-8A59-7768EA0501B5}" styleName="Normal Style 1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lum val="90000"/>
            </a:schemeClr>
          </a:solidFill>
        </a:fill>
      </a:tcStyle>
    </a:wholeTbl>
    <a:band1H>
      <a:tcTxStyle/>
      <a:tcStyle>
        <a:tcBdr/>
        <a:fill>
          <a:solidFill>
            <a:schemeClr val="accent3">
              <a:lum val="80000"/>
            </a:schemeClr>
          </a:solidFill>
        </a:fill>
      </a:tcStyle>
    </a:band1H>
    <a:band2H>
      <a:tcTxStyle/>
      <a:tcStyle>
        <a:tcBdr/>
      </a:tcStyle>
    </a:band2H>
    <a:band1V>
      <a:tcTxStyle/>
      <a:tcStyle>
        <a:tcBdr/>
        <a:fill>
          <a:solidFill>
            <a:schemeClr val="accent3">
              <a:lum val="80000"/>
            </a:schemeClr>
          </a:solidFill>
        </a:fill>
      </a:tcStyle>
    </a:band1V>
    <a:band2V>
      <a:tcTxStyle/>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DE67981-C926-4AC7-AA08-ACFD1CD1FBA1}" styleName="Normal Style 4 - Accent 1">
    <a:wholeTbl>
      <a:tcTxStyle>
        <a:fontRef idx="minor">
          <a:scrgbClr r="0" g="0" b="0"/>
        </a:fontRef>
        <a:schemeClr val="dk1"/>
      </a:tcTxStyle>
      <a:tcStyle>
        <a:tcBdr>
          <a:left>
            <a:ln w="40000" cmpd="sng">
              <a:solidFill>
                <a:schemeClr val="accent1"/>
              </a:solidFill>
            </a:ln>
          </a:left>
          <a:right>
            <a:ln w="40000" cmpd="sng">
              <a:solidFill>
                <a:schemeClr val="accent1"/>
              </a:solidFill>
            </a:ln>
          </a:right>
          <a:top>
            <a:ln w="40000" cmpd="sng">
              <a:solidFill>
                <a:schemeClr val="accent1"/>
              </a:solidFill>
            </a:ln>
          </a:top>
          <a:bottom>
            <a:ln w="400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lum val="90000"/>
            </a:schemeClr>
          </a:solidFill>
        </a:fill>
      </a:tcStyle>
    </a:wholeTbl>
    <a:band1H>
      <a:tcTxStyle/>
      <a:tcStyle>
        <a:tcBdr/>
        <a:fill>
          <a:solidFill>
            <a:schemeClr val="accent1">
              <a:tint val="50000"/>
            </a:schemeClr>
          </a:solidFill>
        </a:fill>
      </a:tcStyle>
    </a:band1H>
    <a:band1V>
      <a:tcTxStyle/>
      <a:tcStyle>
        <a:tcBdr/>
        <a:fill>
          <a:solidFill>
            <a:schemeClr val="accent1">
              <a:tint val="5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fontRef idx="minor">
          <a:scrgbClr r="0" g="0" b="0"/>
        </a:fontRef>
        <a:schemeClr val="accent1">
          <a:shade val="80000"/>
        </a:schemeClr>
      </a:tcTxStyle>
      <a:tcStyle>
        <a:tcBdr>
          <a:bottom>
            <a:ln w="35400" cmpd="sng">
              <a:solidFill>
                <a:schemeClr val="accent1">
                  <a:shade val="80000"/>
                </a:schemeClr>
              </a:solidFill>
            </a:ln>
          </a:bottom>
        </a:tcBdr>
        <a:fill>
          <a:solidFill>
            <a:schemeClr val="accent1">
              <a:tint val="20000"/>
            </a:schemeClr>
          </a:solidFill>
        </a:fill>
      </a:tcStyle>
    </a:firstRow>
  </a:tblStyle>
  <a:tblStyle styleId="{01A66EDD-3DAB-4C5B-A090-DC80EC1FD486}" styleName="Normal Style 1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lum val="90000"/>
            </a:schemeClr>
          </a:solidFill>
        </a:fill>
      </a:tcStyle>
    </a:wholeTbl>
    <a:band1H>
      <a:tcTxStyle/>
      <a:tcStyle>
        <a:tcBdr/>
        <a:fill>
          <a:solidFill>
            <a:schemeClr val="accent1">
              <a:lum val="80000"/>
            </a:schemeClr>
          </a:solidFill>
        </a:fill>
      </a:tcStyle>
    </a:band1H>
    <a:band2H>
      <a:tcTxStyle/>
      <a:tcStyle>
        <a:tcBdr/>
      </a:tcStyle>
    </a:band2H>
    <a:band1V>
      <a:tcTxStyle/>
      <a:tcStyle>
        <a:tcBdr/>
        <a:fill>
          <a:solidFill>
            <a:schemeClr val="accent1">
              <a:lum val="8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5620"/>
    <p:restoredTop sz="94660"/>
  </p:normalViewPr>
  <p:slideViewPr>
    <p:cSldViewPr snapToGrid="0" snapToObjects="1">
      <p:cViewPr varScale="1">
        <p:scale>
          <a:sx n="100" d="100"/>
          <a:sy n="100" d="100"/>
        </p:scale>
        <p:origin x="-1512" y="-112"/>
      </p:cViewPr>
      <p:guideLst>
        <p:guide orient="horz" pos="2157"/>
        <p:guide pos="287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 Type="http://schemas.openxmlformats.org/officeDocument/2006/relationships/slide" Target="slides/slide1.xml"  /><Relationship Id="rId30" Type="http://schemas.openxmlformats.org/officeDocument/2006/relationships/slide" Target="slides/slide28.xml"  /><Relationship Id="rId31" Type="http://schemas.openxmlformats.org/officeDocument/2006/relationships/commentAuthors" Target="commentAuthors.xml"  /><Relationship Id="rId32" Type="http://schemas.openxmlformats.org/officeDocument/2006/relationships/presProps" Target="presProps.xml"  /><Relationship Id="rId33" Type="http://schemas.openxmlformats.org/officeDocument/2006/relationships/viewProps" Target="viewProps.xml"  /><Relationship Id="rId34" Type="http://schemas.openxmlformats.org/officeDocument/2006/relationships/theme" Target="theme/theme1.xml"  /><Relationship Id="rId35" Type="http://schemas.openxmlformats.org/officeDocument/2006/relationships/tableStyles" Target="tableStyles.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comments/comment1.xml><?xml version="1.0" encoding="utf-8"?>
<p:cmLs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m authorId="0" dt="2026-02-27T17:02:59.329" idx="2">
    <p:pos x="9" y="9"/>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idx="0"/>
          </p:nvPr>
        </p:nvSpPr>
        <p:spPr>
          <a:xfrm>
            <a:off x="0" y="0"/>
            <a:ext cx="2971800" cy="457200"/>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a:lstStyle>
            <a:lvl1pPr algn="r">
              <a:defRPr sz="1200"/>
            </a:lvl1pPr>
          </a:lstStyle>
          <a:p>
            <a:pPr lvl="0">
              <a:defRPr/>
            </a:pPr>
            <a:fld id="{E2B2BC9D-A816-4D0A-858B-1D023B3A8ACA}" type="datetime1">
              <a:rPr lang="ko-KR" altLang="en-US"/>
              <a:pPr lvl="0">
                <a:defRPr/>
              </a:pPr>
              <a:t>2026-03-16</a:t>
            </a:fld>
            <a:endParaRPr lang="ko-KR" altLang="en-US"/>
          </a:p>
        </p:txBody>
      </p:sp>
      <p:sp>
        <p:nvSpPr>
          <p:cNvPr id="4" name="슬라이드 이미지 개체 틀 3"/>
          <p:cNvSpPr>
            <a:spLocks noGrp="1" noRot="1" noChangeAspect="1" noTextEdi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anchor="ctr"/>
          <a:lstStyle/>
          <a:p>
            <a:pPr lvl="0">
              <a:defRPr/>
            </a:pPr>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a:noAutofit/>
          </a:body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anchor="b"/>
          <a:lstStyle>
            <a:lvl1pPr algn="r">
              <a:defRPr sz="1200"/>
            </a:lvl1pPr>
          </a:lstStyle>
          <a:p>
            <a:pPr lvl="0">
              <a:defRPr/>
            </a:pPr>
            <a:fld id="{09F4262C-968C-4EE9-8164-CE16364706B3}"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j-lt"/>
        <a:ea typeface="+mj-ea"/>
        <a:cs typeface="+mj-cs"/>
      </a:defRPr>
    </a:lvl1pPr>
    <a:lvl2pPr marL="457200" algn="l" defTabSz="914400" rtl="0" eaLnBrk="1" latinLnBrk="1" hangingPunct="1">
      <a:defRPr sz="1200" kern="1200">
        <a:solidFill>
          <a:schemeClr val="tx1"/>
        </a:solidFill>
        <a:latin typeface="+mj-lt"/>
        <a:ea typeface="+mj-ea"/>
        <a:cs typeface="+mj-cs"/>
      </a:defRPr>
    </a:lvl2pPr>
    <a:lvl3pPr marL="914400" algn="l" defTabSz="914400" rtl="0" eaLnBrk="1" latinLnBrk="1" hangingPunct="1">
      <a:defRPr sz="1200" kern="1200">
        <a:solidFill>
          <a:schemeClr val="tx1"/>
        </a:solidFill>
        <a:latin typeface="+mj-lt"/>
        <a:ea typeface="+mj-ea"/>
        <a:cs typeface="+mj-cs"/>
      </a:defRPr>
    </a:lvl3pPr>
    <a:lvl4pPr marL="1371600" algn="l" defTabSz="914400" rtl="0" eaLnBrk="1" latinLnBrk="1" hangingPunct="1">
      <a:defRPr sz="1200" kern="1200">
        <a:solidFill>
          <a:schemeClr val="tx1"/>
        </a:solidFill>
        <a:latin typeface="+mj-lt"/>
        <a:ea typeface="+mj-ea"/>
        <a:cs typeface="+mj-cs"/>
      </a:defRPr>
    </a:lvl4pPr>
    <a:lvl5pPr marL="1828800" algn="l" defTabSz="914400" rtl="0" eaLnBrk="1" latinLnBrk="1" hangingPunct="1">
      <a:defRPr sz="1200" kern="1200">
        <a:solidFill>
          <a:schemeClr val="tx1"/>
        </a:solidFill>
        <a:latin typeface="+mj-lt"/>
        <a:ea typeface="+mj-ea"/>
        <a:cs typeface="+mj-cs"/>
      </a:defRPr>
    </a:lvl5pPr>
    <a:lvl6pPr marL="2286000" algn="l" defTabSz="914400" rtl="0" eaLnBrk="1" latinLnBrk="1" hangingPunct="1">
      <a:defRPr sz="1200" kern="1200">
        <a:solidFill>
          <a:schemeClr val="tx1"/>
        </a:solidFill>
        <a:latin typeface="+mj-lt"/>
        <a:ea typeface="+mj-ea"/>
        <a:cs typeface="+mj-cs"/>
      </a:defRPr>
    </a:lvl6pPr>
    <a:lvl7pPr marL="2743200" algn="l" defTabSz="914400" rtl="0" eaLnBrk="1" latinLnBrk="1" hangingPunct="1">
      <a:defRPr sz="1200" kern="1200">
        <a:solidFill>
          <a:schemeClr val="tx1"/>
        </a:solidFill>
        <a:latin typeface="+mj-lt"/>
        <a:ea typeface="+mj-ea"/>
        <a:cs typeface="+mj-cs"/>
      </a:defRPr>
    </a:lvl7pPr>
    <a:lvl8pPr marL="3200400" algn="l" defTabSz="914400" rtl="0" eaLnBrk="1" latinLnBrk="1" hangingPunct="1">
      <a:defRPr sz="1200" kern="1200">
        <a:solidFill>
          <a:schemeClr val="tx1"/>
        </a:solidFill>
        <a:latin typeface="+mj-lt"/>
        <a:ea typeface="+mj-ea"/>
        <a:cs typeface="+mj-cs"/>
      </a:defRPr>
    </a:lvl8pPr>
    <a:lvl9pPr marL="3657600" algn="l" defTabSz="914400" rtl="0" eaLnBrk="1" latinLnBrk="1" hangingPunct="1">
      <a:defRPr sz="1200" kern="1200">
        <a:solidFill>
          <a:schemeClr val="tx1"/>
        </a:solidFill>
        <a:latin typeface="+mj-lt"/>
        <a:ea typeface="+mj-ea"/>
        <a:cs typeface="+mj-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lstStyle/>
          <a:p>
            <a:pPr>
              <a:defRPr/>
            </a:pPr>
            <a:endParaRPr lang="ko-KR" altLang="en-US"/>
          </a:p>
        </p:txBody>
      </p:sp>
      <p:sp>
        <p:nvSpPr>
          <p:cNvPr id="3" name="슬라이드 노트 개체 틀 4"/>
          <p:cNvSpPr>
            <a:spLocks noGrp="1"/>
          </p:cNvSpPr>
          <p:nvPr>
            <p:ph type="body" sz="quarter" idx="3"/>
          </p:nvPr>
        </p:nvSpPr>
        <p:spPr/>
        <p:txBody>
          <a:bodyPr/>
          <a:lstStyle/>
          <a:p>
            <a:pPr>
              <a:defRPr/>
            </a:pPr>
            <a:r>
              <a:rPr lang="ko-KR" altLang="en-US"/>
              <a:t/>
            </a:r>
            <a:endParaRPr lang="ko-KR" altLang="en-US"/>
          </a:p>
        </p:txBody>
      </p:sp>
      <p:sp>
        <p:nvSpPr>
          <p:cNvPr id="4" name="슬라이드 번호 개체 틀 6"/>
          <p:cNvSpPr>
            <a:spLocks noGrp="1"/>
          </p:cNvSpPr>
          <p:nvPr>
            <p:ph type="sldNum" sz="quarter" idx="5"/>
          </p:nvPr>
        </p:nvSpPr>
        <p:spPr/>
        <p:txBody>
          <a:bodyPr/>
          <a:lstStyle/>
          <a:p>
            <a:pPr lvl="0">
              <a:defRPr/>
            </a:pPr>
            <a:fld id="{09F4262C-968C-4EE9-8164-CE16364706B3}" type="slidenum">
              <a:rPr lang="en-US" altLang="en-US"/>
              <a:pPr lvl="0">
                <a:defRPr/>
              </a:pPr>
              <a:t>4</a:t>
            </a:fld>
            <a:endParaRPr lang="en-US" alt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lstStyle/>
          <a:p>
            <a:pPr>
              <a:defRPr/>
            </a:pPr>
            <a:endParaRPr lang="ko-KR" altLang="en-US"/>
          </a:p>
        </p:txBody>
      </p:sp>
      <p:sp>
        <p:nvSpPr>
          <p:cNvPr id="3" name="슬라이드 노트 개체 틀 4"/>
          <p:cNvSpPr>
            <a:spLocks noGrp="1"/>
          </p:cNvSpPr>
          <p:nvPr>
            <p:ph type="body" sz="quarter" idx="3"/>
          </p:nvPr>
        </p:nvSpPr>
        <p:spPr/>
        <p:txBody>
          <a:bodyPr/>
          <a:lstStyle/>
          <a:p>
            <a:pPr>
              <a:defRPr/>
            </a:pPr>
            <a:r>
              <a:rPr lang="ko-KR" altLang="en-US"/>
              <a:t/>
            </a:r>
            <a:endParaRPr lang="ko-KR" altLang="en-US"/>
          </a:p>
        </p:txBody>
      </p:sp>
      <p:sp>
        <p:nvSpPr>
          <p:cNvPr id="4" name="슬라이드 번호 개체 틀 6"/>
          <p:cNvSpPr>
            <a:spLocks noGrp="1"/>
          </p:cNvSpPr>
          <p:nvPr>
            <p:ph type="sldNum" sz="quarter" idx="5"/>
          </p:nvPr>
        </p:nvSpPr>
        <p:spPr/>
        <p:txBody>
          <a:bodyPr/>
          <a:lstStyle/>
          <a:p>
            <a:pPr lvl="0">
              <a:defRPr/>
            </a:pPr>
            <a:fld id="{09F4262C-968C-4EE9-8164-CE16364706B3}" type="slidenum">
              <a:rPr lang="en-US" altLang="en-US"/>
              <a:pPr lvl="0">
                <a:defRPr/>
              </a:pPr>
              <a:t>12</a:t>
            </a:fld>
            <a:endParaRPr lang="en-US" alt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lstStyle/>
          <a:p>
            <a:pPr>
              <a:defRPr/>
            </a:pPr>
            <a:endParaRPr lang="ko-KR" altLang="en-US"/>
          </a:p>
        </p:txBody>
      </p:sp>
      <p:sp>
        <p:nvSpPr>
          <p:cNvPr id="3" name="슬라이드 노트 개체 틀 4"/>
          <p:cNvSpPr>
            <a:spLocks noGrp="1"/>
          </p:cNvSpPr>
          <p:nvPr>
            <p:ph type="body" sz="quarter" idx="3"/>
          </p:nvPr>
        </p:nvSpPr>
        <p:spPr/>
        <p:txBody>
          <a:bodyPr/>
          <a:lstStyle/>
          <a:p>
            <a:pPr>
              <a:defRPr/>
            </a:pPr>
            <a:r>
              <a:rPr lang="ko-KR" altLang="en-US"/>
              <a:t/>
            </a:r>
            <a:endParaRPr lang="ko-KR" altLang="en-US"/>
          </a:p>
        </p:txBody>
      </p:sp>
      <p:sp>
        <p:nvSpPr>
          <p:cNvPr id="4" name="슬라이드 번호 개체 틀 6"/>
          <p:cNvSpPr>
            <a:spLocks noGrp="1"/>
          </p:cNvSpPr>
          <p:nvPr>
            <p:ph type="sldNum" sz="quarter" idx="5"/>
          </p:nvPr>
        </p:nvSpPr>
        <p:spPr/>
        <p:txBody>
          <a:bodyPr/>
          <a:lstStyle/>
          <a:p>
            <a:pPr lvl="0">
              <a:defRPr/>
            </a:pPr>
            <a:fld id="{09F4262C-968C-4EE9-8164-CE16364706B3}" type="slidenum">
              <a:rPr lang="en-US" altLang="en-US"/>
              <a:pPr lvl="0">
                <a:defRPr/>
              </a:pPr>
              <a:t>13</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image" Target="../media/image4.png"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5.png"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6.png"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7.png"  /><Relationship Id="rId3" Type="http://schemas.openxmlformats.org/officeDocument/2006/relationships/image" Target="../media/image5.png"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4.png"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4.png"  /><Relationship Id="rId3" Type="http://schemas.openxmlformats.org/officeDocument/2006/relationships/image" Target="../media/image8.png"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9.png"  /><Relationship Id="rId3" Type="http://schemas.openxmlformats.org/officeDocument/2006/relationships/image" Target="../media/image8.png"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1" matchingName="제목 슬라이드" type="title" preserve="1">
  <p:cSld name="제목 슬라이드">
    <p:spTree>
      <p:nvGrpSpPr>
        <p:cNvPr id="1" name=""/>
        <p:cNvGrpSpPr/>
        <p:nvPr/>
      </p:nvGrpSpPr>
      <p:grpSpPr>
        <a:xfrm>
          <a:off x="0" y="0"/>
          <a:ext cx="0" cy="0"/>
          <a:chOff x="0" y="0"/>
          <a:chExt cx="0" cy="0"/>
        </a:xfrm>
      </p:grpSpPr>
      <p:sp>
        <p:nvSpPr>
          <p:cNvPr id="9918" name=""/>
          <p:cNvSpPr/>
          <p:nvPr/>
        </p:nvSpPr>
        <p:spPr>
          <a:xfrm>
            <a:off x="0" y="5000636"/>
            <a:ext cx="9143999" cy="18573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sp>
        <p:nvSpPr>
          <p:cNvPr id="9920" name=""/>
          <p:cNvSpPr/>
          <p:nvPr/>
        </p:nvSpPr>
        <p:spPr>
          <a:xfrm>
            <a:off x="0" y="4595890"/>
            <a:ext cx="9143999" cy="583925"/>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sp>
        <p:nvSpPr>
          <p:cNvPr id="9919" name=""/>
          <p:cNvSpPr/>
          <p:nvPr/>
        </p:nvSpPr>
        <p:spPr>
          <a:xfrm>
            <a:off x="0" y="4071942"/>
            <a:ext cx="9143999" cy="583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pic>
        <p:nvPicPr>
          <p:cNvPr id="1999" name="" descr="전통무늬.png"/>
          <p:cNvPicPr>
            <a:picLocks noChangeAspect="1"/>
          </p:cNvPicPr>
          <p:nvPr/>
        </p:nvPicPr>
        <p:blipFill rotWithShape="1">
          <a:blip r:embed="rId2">
            <a:alphaModFix/>
            <a:lum/>
          </a:blip>
          <a:srcRect/>
          <a:stretch>
            <a:fillRect/>
          </a:stretch>
        </p:blipFill>
        <p:spPr>
          <a:xfrm>
            <a:off x="0" y="4071942"/>
            <a:ext cx="9143999" cy="2786058"/>
          </a:xfrm>
          <a:prstGeom prst="rect">
            <a:avLst/>
          </a:prstGeom>
        </p:spPr>
      </p:pic>
      <p:sp>
        <p:nvSpPr>
          <p:cNvPr id="2" name=""/>
          <p:cNvSpPr>
            <a:spLocks noGrp="1"/>
          </p:cNvSpPr>
          <p:nvPr>
            <p:ph type="ctrTitle" idx="0"/>
          </p:nvPr>
        </p:nvSpPr>
        <p:spPr>
          <a:xfrm>
            <a:off x="1600199" y="1071546"/>
            <a:ext cx="7200895" cy="1470025"/>
          </a:xfrm>
        </p:spPr>
        <p:txBody>
          <a:bodyPr>
            <a:noAutofit/>
          </a:bodyPr>
          <a:lstStyle>
            <a:lvl1pPr algn="r">
              <a:defRPr sz="5400"/>
            </a:lvl1pPr>
          </a:lstStyle>
          <a:p>
            <a:pPr lvl="0">
              <a:defRPr lang="ko-KR" altLang="en-US"/>
            </a:pPr>
            <a:r>
              <a:rPr lang="ko-KR" altLang="en-US"/>
              <a:t>마스터 제목 스타일 편집</a:t>
            </a:r>
            <a:endParaRPr lang="ko-KR" altLang="en-US"/>
          </a:p>
        </p:txBody>
      </p:sp>
      <p:sp>
        <p:nvSpPr>
          <p:cNvPr id="3" name=""/>
          <p:cNvSpPr>
            <a:spLocks noGrp="1"/>
          </p:cNvSpPr>
          <p:nvPr>
            <p:ph type="subTitle" idx="1"/>
          </p:nvPr>
        </p:nvSpPr>
        <p:spPr>
          <a:xfrm>
            <a:off x="2400295" y="2541569"/>
            <a:ext cx="6400799" cy="569931"/>
          </a:xfrm>
        </p:spPr>
        <p:txBody>
          <a:bodyPr/>
          <a:lstStyle>
            <a:lvl1pPr marL="0" indent="0" algn="r">
              <a:buNone/>
              <a:defRPr>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defRPr lang="ko-KR" altLang="en-US"/>
            </a:pPr>
            <a:r>
              <a:rPr lang="ko-KR" altLang="en-US"/>
              <a:t>마스터 부제목 스타일 편집</a:t>
            </a:r>
            <a:endParaRPr lang="ko-KR" altLang="en-US"/>
          </a:p>
        </p:txBody>
      </p:sp>
      <p:sp>
        <p:nvSpPr>
          <p:cNvPr id="4" name=""/>
          <p:cNvSpPr>
            <a:spLocks noGrp="1"/>
          </p:cNvSpPr>
          <p:nvPr>
            <p:ph type="dt" sz="half" idx="10"/>
          </p:nvPr>
        </p:nvSpPr>
        <p:spPr/>
        <p:txBody>
          <a:bodyPr/>
          <a:lstStyle>
            <a:lvl1pPr>
              <a:defRPr>
                <a:solidFill>
                  <a:schemeClr val="bg1"/>
                </a:solidFill>
              </a:defRPr>
            </a:lvl1pPr>
          </a:lstStyle>
          <a:p>
            <a:pPr>
              <a:defRPr lang="ko-KR" altLang="en-US"/>
            </a:pPr>
            <a:fld id="{F23FDC96-FA5D-450F-B624-F740BF4E281A}" type="datetime1">
              <a:rPr lang="ko-KR" altLang="en-US"/>
              <a:pPr>
                <a:defRPr lang="ko-KR" altLang="en-US"/>
              </a:pPr>
              <a:t>2026-03-03</a:t>
            </a:fld>
            <a:endParaRPr lang="ko-KR" altLang="en-US"/>
          </a:p>
        </p:txBody>
      </p:sp>
      <p:sp>
        <p:nvSpPr>
          <p:cNvPr id="5" name=""/>
          <p:cNvSpPr>
            <a:spLocks noGrp="1"/>
          </p:cNvSpPr>
          <p:nvPr>
            <p:ph type="ftr" sz="quarter" idx="11"/>
          </p:nvPr>
        </p:nvSpPr>
        <p:spPr/>
        <p:txBody>
          <a:bodyPr/>
          <a:lstStyle>
            <a:lvl1pPr>
              <a:defRPr>
                <a:solidFill>
                  <a:schemeClr val="bg1"/>
                </a:solidFill>
              </a:defRPr>
            </a:lvl1pPr>
          </a:lstStyle>
          <a:p>
            <a:pPr>
              <a:defRPr lang="ko-KR" altLang="en-US"/>
            </a:pPr>
            <a:r>
              <a:rPr lang="ko-KR" altLang="en-US"/>
              <a:t/>
            </a:r>
            <a:endParaRPr lang="ko-KR" altLang="en-US"/>
          </a:p>
        </p:txBody>
      </p:sp>
      <p:sp>
        <p:nvSpPr>
          <p:cNvPr id="6" name=""/>
          <p:cNvSpPr>
            <a:spLocks noGrp="1"/>
          </p:cNvSpPr>
          <p:nvPr>
            <p:ph type="sldNum" sz="quarter" idx="12"/>
          </p:nvPr>
        </p:nvSpPr>
        <p:spPr/>
        <p:txBody>
          <a:bodyPr/>
          <a:lstStyle>
            <a:lvl1pPr>
              <a:defRPr>
                <a:solidFill>
                  <a:schemeClr val="bg1"/>
                </a:solidFill>
              </a:defRPr>
            </a:lvl1pPr>
          </a:lstStyle>
          <a:p>
            <a:pPr>
              <a:defRPr lang="ko-KR" altLang="en-US"/>
            </a:pPr>
            <a:fld id="{2C44E7A2-E421-4CB3-85A8-7A035C1FC4D7}" type="slidenum">
              <a:rPr lang="ko-KR" altLang="en-US"/>
              <a:pPr>
                <a:defRPr lang="ko-KR" altLang="en-US"/>
              </a:pPr>
              <a:t>‹#›</a:t>
            </a:fld>
            <a:endParaRPr lang="ko-KR" altLang="en-US"/>
          </a:p>
        </p:txBody>
      </p:sp>
      <p:pic>
        <p:nvPicPr>
          <p:cNvPr id="25" name="" descr="그림1.png"/>
          <p:cNvPicPr/>
          <p:nvPr/>
        </p:nvPicPr>
        <p:blipFill rotWithShape="1">
          <a:blip r:embed="rId3">
            <a:alphaModFix/>
            <a:duotone>
              <a:schemeClr val="bg2">
                <a:shade val="45000"/>
                <a:satMod val="135000"/>
              </a:schemeClr>
              <a:prstClr val="white"/>
            </a:duotone>
            <a:lum/>
          </a:blip>
          <a:stretch>
            <a:fillRect/>
          </a:stretch>
        </p:blipFill>
        <p:spPr>
          <a:xfrm>
            <a:off x="0" y="4071600"/>
            <a:ext cx="2528106" cy="2199600"/>
          </a:xfrm>
          <a:prstGeom prst="rect">
            <a:avLst/>
          </a:prstGeom>
        </p:spPr>
      </p:pic>
      <p:pic>
        <p:nvPicPr>
          <p:cNvPr id="27" name="" descr="그림2.png"/>
          <p:cNvPicPr/>
          <p:nvPr/>
        </p:nvPicPr>
        <p:blipFill rotWithShape="1">
          <a:blip r:embed="rId4">
            <a:alphaModFix/>
            <a:duotone>
              <a:prstClr val="black"/>
              <a:schemeClr val="accent3">
                <a:tint val="45000"/>
                <a:satMod val="400000"/>
              </a:schemeClr>
            </a:duotone>
            <a:lum contrast="74000"/>
          </a:blip>
          <a:stretch>
            <a:fillRect/>
          </a:stretch>
        </p:blipFill>
        <p:spPr>
          <a:xfrm>
            <a:off x="75600" y="1177200"/>
            <a:ext cx="2509820" cy="3006000"/>
          </a:xfrm>
          <a:prstGeom prst="rect">
            <a:avLst/>
          </a:prstGeom>
        </p:spPr>
      </p:pic>
    </p:spTree>
  </p:cSld>
  <p:clrMapOvr>
    <a:masterClrMapping/>
  </p:clrMapOvr>
  <p:transition xmlns:mc="http://schemas.openxmlformats.org/markup-compatibility/2006" xmlns:hp="http://schemas.haansoft.com/office/presentation/8.0" mc:Ignorable="hp" hp:hslDur="500"/>
</p:sldLayout>
</file>

<file path=ppt/slideLayouts/slideLayout2.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제목 및 내용" type="obj" preserve="1">
  <p:cSld name="제목 및 내용">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lvl="0">
              <a:defRPr lang="ko-KR" altLang="en-US"/>
            </a:pPr>
            <a:r>
              <a:rPr lang="ko-KR" altLang="en-US"/>
              <a:t>마스터 제목 스타일 편집</a:t>
            </a:r>
            <a:endParaRPr lang="ko-KR" altLang="en-US"/>
          </a:p>
        </p:txBody>
      </p:sp>
      <p:sp>
        <p:nvSpPr>
          <p:cNvPr id="3" name=""/>
          <p:cNvSpPr>
            <a:spLocks noGrp="1"/>
          </p:cNvSpPr>
          <p:nvPr>
            <p:ph idx="1"/>
          </p:nvPr>
        </p:nvSpPr>
        <p:spPr/>
        <p:txBody>
          <a:bodyPr/>
          <a:lstStyle/>
          <a:p>
            <a:pPr lvl="0">
              <a:defRPr lang="ko-KR" altLang="en-US"/>
            </a:pPr>
            <a:r>
              <a:rPr lang="ko-KR" altLang="en-US"/>
              <a:t>마스터 텍스트 스타일을 편집합니다</a:t>
            </a:r>
            <a:endParaRPr lang="ko-KR" altLang="en-US"/>
          </a:p>
          <a:p>
            <a:pPr lvl="1">
              <a:defRPr lang="ko-KR" altLang="en-US"/>
            </a:pPr>
            <a:r>
              <a:rPr lang="ko-KR" altLang="en-US"/>
              <a:t>둘째 수준</a:t>
            </a:r>
            <a:endParaRPr lang="ko-KR" altLang="en-US"/>
          </a:p>
          <a:p>
            <a:pPr lvl="2">
              <a:defRPr lang="ko-KR" altLang="en-US"/>
            </a:pPr>
            <a:r>
              <a:rPr lang="ko-KR" altLang="en-US"/>
              <a:t>셋째 수준</a:t>
            </a:r>
            <a:endParaRPr lang="ko-KR" altLang="en-US"/>
          </a:p>
          <a:p>
            <a:pPr lvl="3">
              <a:defRPr lang="ko-KR" altLang="en-US"/>
            </a:pPr>
            <a:r>
              <a:rPr lang="ko-KR" altLang="en-US"/>
              <a:t>넷째 수준</a:t>
            </a:r>
            <a:endParaRPr lang="ko-KR" altLang="en-US"/>
          </a:p>
          <a:p>
            <a:pPr lvl="4">
              <a:defRPr lang="ko-KR" altLang="en-US"/>
            </a:pPr>
            <a:r>
              <a:rPr lang="ko-KR" altLang="en-US"/>
              <a:t>다섯째 수준</a:t>
            </a:r>
            <a:endParaRPr lang="ko-KR" altLang="en-US"/>
          </a:p>
        </p:txBody>
      </p:sp>
      <p:sp>
        <p:nvSpPr>
          <p:cNvPr id="4" name=""/>
          <p:cNvSpPr>
            <a:spLocks noGrp="1"/>
          </p:cNvSpPr>
          <p:nvPr>
            <p:ph type="dt" sz="half" idx="10"/>
          </p:nvPr>
        </p:nvSpPr>
        <p:spPr/>
        <p:txBody>
          <a:bodyPr/>
          <a:lstStyle/>
          <a:p>
            <a:pPr>
              <a:defRPr lang="ko-KR" altLang="en-US"/>
            </a:pPr>
            <a:fld id="{37603351-2832-4AAD-BCE9-A4D97BEBE94B}" type="datetime1">
              <a:rPr lang="ko-KR" altLang="en-US"/>
              <a:pPr>
                <a:defRPr lang="ko-KR" altLang="en-US"/>
              </a:pPr>
              <a:t>2026-03-03</a:t>
            </a:fld>
            <a:endParaRPr lang="ko-KR" altLang="en-US"/>
          </a:p>
        </p:txBody>
      </p:sp>
      <p:sp>
        <p:nvSpPr>
          <p:cNvPr id="5" name=""/>
          <p:cNvSpPr>
            <a:spLocks noGrp="1"/>
          </p:cNvSpPr>
          <p:nvPr>
            <p:ph type="ftr" sz="quarter" idx="11"/>
          </p:nvPr>
        </p:nvSpPr>
        <p:spPr/>
        <p:txBody>
          <a:bodyPr/>
          <a:lstStyle/>
          <a:p>
            <a:pPr>
              <a:defRPr lang="ko-KR" altLang="en-US"/>
            </a:pPr>
            <a:r>
              <a:rPr lang="ko-KR" altLang="en-US"/>
              <a:t/>
            </a:r>
            <a:endParaRPr lang="ko-KR" altLang="en-US"/>
          </a:p>
        </p:txBody>
      </p:sp>
      <p:sp>
        <p:nvSpPr>
          <p:cNvPr id="6" name=""/>
          <p:cNvSpPr>
            <a:spLocks noGrp="1"/>
          </p:cNvSpPr>
          <p:nvPr>
            <p:ph type="sldNum" sz="quarter" idx="12"/>
          </p:nvPr>
        </p:nvSpPr>
        <p:spPr/>
        <p:txBody>
          <a:bodyPr/>
          <a:lstStyle/>
          <a:p>
            <a:pPr>
              <a:defRPr lang="ko-KR" altLang="en-US"/>
            </a:pPr>
            <a:fld id="{2C44E7A2-E421-4CB3-85A8-7A035C1FC4D7}" type="slidenum">
              <a:rPr lang="ko-KR" altLang="en-US"/>
              <a:pPr>
                <a:defRPr lang="ko-KR" altLang="en-US"/>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3.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1" matchingName="빈 화면" type="blank" preserve="1">
  <p:cSld name="빈 화면">
    <p:spTree>
      <p:nvGrpSpPr>
        <p:cNvPr id="1" name=""/>
        <p:cNvGrpSpPr/>
        <p:nvPr/>
      </p:nvGrpSpPr>
      <p:grpSpPr>
        <a:xfrm>
          <a:off x="0" y="0"/>
          <a:ext cx="0" cy="0"/>
          <a:chOff x="0" y="0"/>
          <a:chExt cx="0" cy="0"/>
        </a:xfrm>
      </p:grpSpPr>
      <p:sp>
        <p:nvSpPr>
          <p:cNvPr id="2" name=""/>
          <p:cNvSpPr>
            <a:spLocks noGrp="1"/>
          </p:cNvSpPr>
          <p:nvPr>
            <p:ph type="dt" sz="half" idx="10"/>
          </p:nvPr>
        </p:nvSpPr>
        <p:spPr/>
        <p:txBody>
          <a:bodyPr/>
          <a:lstStyle/>
          <a:p>
            <a:pPr>
              <a:defRPr lang="ko-KR" altLang="en-US"/>
            </a:pPr>
            <a:fld id="{AA0851D8-734A-4D48-9549-655097B97D14}" type="datetime1">
              <a:rPr lang="ko-KR" altLang="en-US"/>
              <a:pPr>
                <a:defRPr lang="ko-KR" altLang="en-US"/>
              </a:pPr>
              <a:t>2026-03-03</a:t>
            </a:fld>
            <a:endParaRPr lang="ko-KR" altLang="en-US"/>
          </a:p>
        </p:txBody>
      </p:sp>
      <p:sp>
        <p:nvSpPr>
          <p:cNvPr id="3" name=""/>
          <p:cNvSpPr>
            <a:spLocks noGrp="1"/>
          </p:cNvSpPr>
          <p:nvPr>
            <p:ph type="ftr" sz="quarter" idx="11"/>
          </p:nvPr>
        </p:nvSpPr>
        <p:spPr/>
        <p:txBody>
          <a:bodyPr/>
          <a:lstStyle/>
          <a:p>
            <a:pPr>
              <a:defRPr lang="ko-KR" altLang="en-US"/>
            </a:pPr>
            <a:r>
              <a:rPr lang="ko-KR" altLang="en-US"/>
              <a:t/>
            </a:r>
            <a:endParaRPr lang="ko-KR" altLang="en-US"/>
          </a:p>
        </p:txBody>
      </p:sp>
      <p:sp>
        <p:nvSpPr>
          <p:cNvPr id="4" name=""/>
          <p:cNvSpPr>
            <a:spLocks noGrp="1"/>
          </p:cNvSpPr>
          <p:nvPr>
            <p:ph type="sldNum" sz="quarter" idx="12"/>
          </p:nvPr>
        </p:nvSpPr>
        <p:spPr/>
        <p:txBody>
          <a:bodyPr/>
          <a:lstStyle/>
          <a:p>
            <a:pPr>
              <a:defRPr lang="ko-KR" altLang="en-US"/>
            </a:pPr>
            <a:fld id="{2C44E7A2-E421-4CB3-85A8-7A035C1FC4D7}" type="slidenum">
              <a:rPr lang="ko-KR" altLang="en-US"/>
              <a:pPr>
                <a:defRPr lang="ko-KR" altLang="en-US"/>
              </a:pPr>
              <a:t>‹#›</a:t>
            </a:fld>
            <a:endParaRPr lang="ko-KR" altLang="en-US"/>
          </a:p>
        </p:txBody>
      </p:sp>
      <p:pic>
        <p:nvPicPr>
          <p:cNvPr id="7" name="" descr="꽃02.png"/>
          <p:cNvPicPr/>
          <p:nvPr/>
        </p:nvPicPr>
        <p:blipFill rotWithShape="1">
          <a:blip r:embed="rId2">
            <a:alphaModFix/>
            <a:duotone>
              <a:prstClr val="black"/>
              <a:schemeClr val="accent3">
                <a:tint val="45000"/>
                <a:satMod val="400000"/>
              </a:schemeClr>
            </a:duotone>
            <a:lum bright="10000" contrast="20000"/>
          </a:blip>
          <a:stretch>
            <a:fillRect/>
          </a:stretch>
        </p:blipFill>
        <p:spPr>
          <a:xfrm>
            <a:off x="7708510" y="4669717"/>
            <a:ext cx="1435488" cy="2188283"/>
          </a:xfrm>
          <a:prstGeom prst="rect">
            <a:avLst/>
          </a:prstGeom>
          <a:noFill/>
          <a:ln>
            <a:noFill/>
          </a:ln>
        </p:spPr>
      </p:pic>
    </p:spTree>
  </p:cSld>
  <p:clrMapOvr>
    <a:masterClrMapping/>
  </p:clrMapOvr>
  <p:transition xmlns:mc="http://schemas.openxmlformats.org/markup-compatibility/2006" xmlns:hp="http://schemas.haansoft.com/office/presentation/8.0" mc:Ignorable="hp" hp:hslDur="500"/>
</p:sldLayout>
</file>

<file path=ppt/slideLayouts/slideLayout4.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1" matchingName="구역 머리글" type="secHead" preserve="1">
  <p:cSld name="구역 머리글">
    <p:spTree>
      <p:nvGrpSpPr>
        <p:cNvPr id="1" name=""/>
        <p:cNvGrpSpPr/>
        <p:nvPr/>
      </p:nvGrpSpPr>
      <p:grpSpPr>
        <a:xfrm>
          <a:off x="0" y="0"/>
          <a:ext cx="0" cy="0"/>
          <a:chOff x="0" y="0"/>
          <a:chExt cx="0" cy="0"/>
        </a:xfrm>
      </p:grpSpPr>
      <p:pic>
        <p:nvPicPr>
          <p:cNvPr id="73" name="" descr="와당그림.png"/>
          <p:cNvPicPr/>
          <p:nvPr/>
        </p:nvPicPr>
        <p:blipFill rotWithShape="1">
          <a:blip r:embed="rId2">
            <a:alphaModFix/>
            <a:duotone>
              <a:prstClr val="black"/>
              <a:schemeClr val="tx2">
                <a:tint val="45000"/>
                <a:satMod val="400000"/>
              </a:schemeClr>
            </a:duotone>
            <a:lum bright="10000" contrast="20000"/>
          </a:blip>
          <a:stretch>
            <a:fillRect/>
          </a:stretch>
        </p:blipFill>
        <p:spPr>
          <a:xfrm>
            <a:off x="6949800" y="3308400"/>
            <a:ext cx="2249100" cy="3628800"/>
          </a:xfrm>
          <a:prstGeom prst="rect">
            <a:avLst/>
          </a:prstGeom>
        </p:spPr>
      </p:pic>
      <p:sp>
        <p:nvSpPr>
          <p:cNvPr id="2" name=""/>
          <p:cNvSpPr>
            <a:spLocks noGrp="1"/>
          </p:cNvSpPr>
          <p:nvPr>
            <p:ph type="title" idx="0"/>
          </p:nvPr>
        </p:nvSpPr>
        <p:spPr>
          <a:xfrm>
            <a:off x="585813" y="1714488"/>
            <a:ext cx="7772399" cy="1362075"/>
          </a:xfrm>
        </p:spPr>
        <p:txBody>
          <a:bodyPr anchor="t"/>
          <a:lstStyle>
            <a:lvl1pPr algn="l">
              <a:defRPr sz="5400" b="0" cap="all"/>
            </a:lvl1pPr>
          </a:lstStyle>
          <a:p>
            <a:pPr lvl="0">
              <a:defRPr lang="ko-KR" altLang="en-US"/>
            </a:pPr>
            <a:r>
              <a:rPr lang="ko-KR" altLang="en-US"/>
              <a:t>마스터 제목 스타일 편집</a:t>
            </a:r>
            <a:endParaRPr lang="ko-KR" altLang="en-US"/>
          </a:p>
        </p:txBody>
      </p:sp>
      <p:sp>
        <p:nvSpPr>
          <p:cNvPr id="3" name=""/>
          <p:cNvSpPr>
            <a:spLocks noGrp="1"/>
          </p:cNvSpPr>
          <p:nvPr>
            <p:ph type="body" idx="1"/>
          </p:nvPr>
        </p:nvSpPr>
        <p:spPr>
          <a:xfrm>
            <a:off x="585813" y="1050998"/>
            <a:ext cx="7772399" cy="642942"/>
          </a:xfrm>
        </p:spPr>
        <p:txBody>
          <a:bodyPr anchor="b"/>
          <a:lstStyle>
            <a:lvl1pPr marL="0" indent="0">
              <a:buNone/>
              <a:defRPr sz="2400">
                <a:solidFill>
                  <a:schemeClr val="bg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lang="ko-KR" altLang="en-US"/>
            </a:pPr>
            <a:r>
              <a:rPr lang="ko-KR" altLang="en-US"/>
              <a:t>마스터 텍스트 스타일을 편집합니다</a:t>
            </a:r>
            <a:endParaRPr lang="ko-KR" altLang="en-US"/>
          </a:p>
        </p:txBody>
      </p:sp>
      <p:sp>
        <p:nvSpPr>
          <p:cNvPr id="4" name=""/>
          <p:cNvSpPr>
            <a:spLocks noGrp="1"/>
          </p:cNvSpPr>
          <p:nvPr>
            <p:ph type="dt" sz="half" idx="10"/>
          </p:nvPr>
        </p:nvSpPr>
        <p:spPr/>
        <p:txBody>
          <a:bodyPr/>
          <a:lstStyle/>
          <a:p>
            <a:pPr>
              <a:defRPr lang="ko-KR" altLang="en-US"/>
            </a:pPr>
            <a:fld id="{6C72D998-C25E-4B18-8C49-DA63D229DB2F}" type="datetime1">
              <a:rPr lang="ko-KR" altLang="en-US"/>
              <a:pPr>
                <a:defRPr lang="ko-KR" altLang="en-US"/>
              </a:pPr>
              <a:t>2026-03-03</a:t>
            </a:fld>
            <a:endParaRPr lang="ko-KR" altLang="en-US"/>
          </a:p>
        </p:txBody>
      </p:sp>
      <p:sp>
        <p:nvSpPr>
          <p:cNvPr id="5" name=""/>
          <p:cNvSpPr>
            <a:spLocks noGrp="1"/>
          </p:cNvSpPr>
          <p:nvPr>
            <p:ph type="ftr" sz="quarter" idx="11"/>
          </p:nvPr>
        </p:nvSpPr>
        <p:spPr/>
        <p:txBody>
          <a:bodyPr/>
          <a:lstStyle/>
          <a:p>
            <a:pPr>
              <a:defRPr lang="ko-KR" altLang="en-US"/>
            </a:pPr>
            <a:r>
              <a:rPr lang="ko-KR" altLang="en-US"/>
              <a:t/>
            </a:r>
            <a:endParaRPr lang="ko-KR" altLang="en-US"/>
          </a:p>
        </p:txBody>
      </p:sp>
      <p:sp>
        <p:nvSpPr>
          <p:cNvPr id="6" name=""/>
          <p:cNvSpPr>
            <a:spLocks noGrp="1"/>
          </p:cNvSpPr>
          <p:nvPr>
            <p:ph type="sldNum" sz="quarter" idx="12"/>
          </p:nvPr>
        </p:nvSpPr>
        <p:spPr/>
        <p:txBody>
          <a:bodyPr/>
          <a:lstStyle/>
          <a:p>
            <a:pPr>
              <a:defRPr lang="ko-KR" altLang="en-US"/>
            </a:pPr>
            <a:fld id="{2C44E7A2-E421-4CB3-85A8-7A035C1FC4D7}" type="slidenum">
              <a:rPr lang="ko-KR" altLang="en-US"/>
              <a:pPr>
                <a:defRPr lang="ko-KR" altLang="en-US"/>
              </a:pPr>
              <a:t>‹#›</a:t>
            </a:fld>
            <a:endParaRPr lang="ko-KR" altLang="en-US"/>
          </a:p>
        </p:txBody>
      </p:sp>
      <p:grpSp>
        <p:nvGrpSpPr>
          <p:cNvPr id="8" name=""/>
          <p:cNvGrpSpPr/>
          <p:nvPr/>
        </p:nvGrpSpPr>
        <p:grpSpPr>
          <a:xfrm rot="5400000">
            <a:off x="-807182" y="1107244"/>
            <a:ext cx="2428804" cy="214313"/>
            <a:chOff x="0" y="0"/>
            <a:chExt cx="9144000" cy="250800"/>
          </a:xfrm>
        </p:grpSpPr>
        <p:sp>
          <p:nvSpPr>
            <p:cNvPr id="195" name=""/>
            <p:cNvSpPr/>
            <p:nvPr/>
          </p:nvSpPr>
          <p:spPr>
            <a:xfrm flipH="1">
              <a:off x="0" y="38100"/>
              <a:ext cx="8715404" cy="212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sp>
          <p:nvSpPr>
            <p:cNvPr id="196" name=""/>
            <p:cNvSpPr/>
            <p:nvPr/>
          </p:nvSpPr>
          <p:spPr>
            <a:xfrm flipH="1">
              <a:off x="0" y="0"/>
              <a:ext cx="9144000" cy="139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grpSp>
    </p:spTree>
  </p:cSld>
  <p:clrMapOvr>
    <a:masterClrMapping/>
  </p:clrMapOvr>
  <p:transition xmlns:mc="http://schemas.openxmlformats.org/markup-compatibility/2006" xmlns:hp="http://schemas.haansoft.com/office/presentation/8.0" mc:Ignorable="hp" hp:hslDur="500"/>
</p:sldLayout>
</file>

<file path=ppt/slideLayouts/slideLayout5.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내용 2개" type="twoObj" preserve="1">
  <p:cSld name="내용 2개">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lvl="0">
              <a:defRPr lang="ko-KR" altLang="en-US"/>
            </a:pPr>
            <a:r>
              <a:rPr lang="ko-KR" altLang="en-US"/>
              <a:t>마스터 제목 스타일 편집</a:t>
            </a:r>
            <a:endParaRPr lang="ko-KR" altLang="en-US"/>
          </a:p>
        </p:txBody>
      </p:sp>
      <p:sp>
        <p:nvSpPr>
          <p:cNvPr id="5" name=""/>
          <p:cNvSpPr>
            <a:spLocks noGrp="1"/>
          </p:cNvSpPr>
          <p:nvPr>
            <p:ph type="dt" sz="half" idx="10"/>
          </p:nvPr>
        </p:nvSpPr>
        <p:spPr/>
        <p:txBody>
          <a:bodyPr/>
          <a:lstStyle/>
          <a:p>
            <a:pPr>
              <a:defRPr lang="ko-KR" altLang="en-US"/>
            </a:pPr>
            <a:fld id="{86E9C4E1-8A82-44B8-ABD0-B3F565AFF9E4}" type="datetime1">
              <a:rPr lang="ko-KR" altLang="en-US"/>
              <a:pPr>
                <a:defRPr lang="ko-KR" altLang="en-US"/>
              </a:pPr>
              <a:t>2026-03-03</a:t>
            </a:fld>
            <a:endParaRPr lang="ko-KR" altLang="en-US"/>
          </a:p>
        </p:txBody>
      </p:sp>
      <p:sp>
        <p:nvSpPr>
          <p:cNvPr id="6" name=""/>
          <p:cNvSpPr>
            <a:spLocks noGrp="1"/>
          </p:cNvSpPr>
          <p:nvPr>
            <p:ph type="ftr" sz="quarter" idx="11"/>
          </p:nvPr>
        </p:nvSpPr>
        <p:spPr/>
        <p:txBody>
          <a:bodyPr/>
          <a:lstStyle/>
          <a:p>
            <a:pPr>
              <a:defRPr lang="ko-KR" altLang="en-US"/>
            </a:pPr>
            <a:r>
              <a:rPr lang="ko-KR" altLang="en-US"/>
              <a:t/>
            </a:r>
            <a:endParaRPr lang="ko-KR" altLang="en-US"/>
          </a:p>
        </p:txBody>
      </p:sp>
      <p:sp>
        <p:nvSpPr>
          <p:cNvPr id="7" name=""/>
          <p:cNvSpPr>
            <a:spLocks noGrp="1"/>
          </p:cNvSpPr>
          <p:nvPr>
            <p:ph type="sldNum" sz="quarter" idx="12"/>
          </p:nvPr>
        </p:nvSpPr>
        <p:spPr/>
        <p:txBody>
          <a:bodyPr/>
          <a:lstStyle/>
          <a:p>
            <a:pPr>
              <a:defRPr lang="ko-KR" altLang="en-US"/>
            </a:pPr>
            <a:fld id="{2C44E7A2-E421-4CB3-85A8-7A035C1FC4D7}" type="slidenum">
              <a:rPr lang="ko-KR" altLang="en-US"/>
              <a:pPr>
                <a:defRPr lang="ko-KR" altLang="en-US"/>
              </a:pPr>
              <a:t>‹#›</a:t>
            </a:fld>
            <a:endParaRPr lang="ko-KR" altLang="en-US"/>
          </a:p>
        </p:txBody>
      </p:sp>
      <p:grpSp>
        <p:nvGrpSpPr>
          <p:cNvPr id="9" name=""/>
          <p:cNvGrpSpPr/>
          <p:nvPr/>
        </p:nvGrpSpPr>
        <p:grpSpPr>
          <a:xfrm rot="0">
            <a:off x="0" y="0"/>
            <a:ext cx="9143999" cy="250800"/>
            <a:chOff x="0" y="0"/>
            <a:chExt cx="9144000" cy="250800"/>
          </a:xfrm>
        </p:grpSpPr>
        <p:sp>
          <p:nvSpPr>
            <p:cNvPr id="10" name=""/>
            <p:cNvSpPr/>
            <p:nvPr/>
          </p:nvSpPr>
          <p:spPr>
            <a:xfrm flipH="1">
              <a:off x="0" y="38100"/>
              <a:ext cx="8715404" cy="212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sp>
          <p:nvSpPr>
            <p:cNvPr id="11" name=""/>
            <p:cNvSpPr/>
            <p:nvPr/>
          </p:nvSpPr>
          <p:spPr>
            <a:xfrm flipH="1">
              <a:off x="0" y="0"/>
              <a:ext cx="9144000" cy="139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grpSp>
      <p:sp>
        <p:nvSpPr>
          <p:cNvPr id="3" name=""/>
          <p:cNvSpPr>
            <a:spLocks noGrp="1"/>
          </p:cNvSpPr>
          <p:nvPr>
            <p:ph sz="half" idx="1"/>
          </p:nvPr>
        </p:nvSpPr>
        <p:spPr>
          <a:xfrm>
            <a:off x="457199" y="1284514"/>
            <a:ext cx="4038599" cy="4841650"/>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defRPr lang="ko-KR" altLang="en-US"/>
            </a:pPr>
            <a:r>
              <a:rPr lang="ko-KR" altLang="en-US"/>
              <a:t>마스터 텍스트 스타일을 편집합니다</a:t>
            </a:r>
            <a:endParaRPr lang="ko-KR" altLang="en-US"/>
          </a:p>
          <a:p>
            <a:pPr lvl="1">
              <a:defRPr lang="ko-KR" altLang="en-US"/>
            </a:pPr>
            <a:r>
              <a:rPr lang="ko-KR" altLang="en-US"/>
              <a:t>둘째 수준</a:t>
            </a:r>
            <a:endParaRPr lang="ko-KR" altLang="en-US"/>
          </a:p>
          <a:p>
            <a:pPr lvl="2">
              <a:defRPr lang="ko-KR" altLang="en-US"/>
            </a:pPr>
            <a:r>
              <a:rPr lang="ko-KR" altLang="en-US"/>
              <a:t>셋째 수준</a:t>
            </a:r>
            <a:endParaRPr lang="ko-KR" altLang="en-US"/>
          </a:p>
          <a:p>
            <a:pPr lvl="3">
              <a:defRPr lang="ko-KR" altLang="en-US"/>
            </a:pPr>
            <a:r>
              <a:rPr lang="ko-KR" altLang="en-US"/>
              <a:t>넷째 수준</a:t>
            </a:r>
            <a:endParaRPr lang="ko-KR" altLang="en-US"/>
          </a:p>
          <a:p>
            <a:pPr lvl="4">
              <a:defRPr lang="ko-KR" altLang="en-US"/>
            </a:pPr>
            <a:r>
              <a:rPr lang="ko-KR" altLang="en-US"/>
              <a:t>다섯째 수준</a:t>
            </a:r>
            <a:endParaRPr lang="ko-KR" altLang="en-US"/>
          </a:p>
        </p:txBody>
      </p:sp>
      <p:sp>
        <p:nvSpPr>
          <p:cNvPr id="4" name=""/>
          <p:cNvSpPr>
            <a:spLocks noGrp="1"/>
          </p:cNvSpPr>
          <p:nvPr>
            <p:ph sz="half" idx="2"/>
          </p:nvPr>
        </p:nvSpPr>
        <p:spPr>
          <a:xfrm>
            <a:off x="4648199" y="1284514"/>
            <a:ext cx="4038599" cy="4841650"/>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defRPr lang="ko-KR" altLang="en-US"/>
            </a:pPr>
            <a:r>
              <a:rPr lang="ko-KR" altLang="en-US"/>
              <a:t>마스터 텍스트 스타일을 편집합니다</a:t>
            </a:r>
            <a:endParaRPr lang="ko-KR" altLang="en-US"/>
          </a:p>
          <a:p>
            <a:pPr lvl="1">
              <a:defRPr lang="ko-KR" altLang="en-US"/>
            </a:pPr>
            <a:r>
              <a:rPr lang="ko-KR" altLang="en-US"/>
              <a:t>둘째 수준</a:t>
            </a:r>
            <a:endParaRPr lang="ko-KR" altLang="en-US"/>
          </a:p>
          <a:p>
            <a:pPr lvl="2">
              <a:defRPr lang="ko-KR" altLang="en-US"/>
            </a:pPr>
            <a:r>
              <a:rPr lang="ko-KR" altLang="en-US"/>
              <a:t>셋째 수준</a:t>
            </a:r>
            <a:endParaRPr lang="ko-KR" altLang="en-US"/>
          </a:p>
          <a:p>
            <a:pPr lvl="3">
              <a:defRPr lang="ko-KR" altLang="en-US"/>
            </a:pPr>
            <a:r>
              <a:rPr lang="ko-KR" altLang="en-US"/>
              <a:t>넷째 수준</a:t>
            </a:r>
            <a:endParaRPr lang="ko-KR" altLang="en-US"/>
          </a:p>
          <a:p>
            <a:pPr lvl="4">
              <a:defRPr lang="ko-KR" altLang="en-US"/>
            </a:pPr>
            <a:r>
              <a:rPr lang="ko-KR" altLang="en-US"/>
              <a:t>다섯째 수준</a:t>
            </a:r>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6.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1" matchingName="제목만" type="titleOnly" preserve="1">
  <p:cSld name="제목만">
    <p:spTree>
      <p:nvGrpSpPr>
        <p:cNvPr id="1" name=""/>
        <p:cNvGrpSpPr/>
        <p:nvPr/>
      </p:nvGrpSpPr>
      <p:grpSpPr>
        <a:xfrm>
          <a:off x="0" y="0"/>
          <a:ext cx="0" cy="0"/>
          <a:chOff x="0" y="0"/>
          <a:chExt cx="0" cy="0"/>
        </a:xfrm>
      </p:grpSpPr>
      <p:pic>
        <p:nvPicPr>
          <p:cNvPr id="9" name="" descr="그림1.png"/>
          <p:cNvPicPr/>
          <p:nvPr/>
        </p:nvPicPr>
        <p:blipFill rotWithShape="1">
          <a:blip r:embed="rId2">
            <a:alphaModFix/>
            <a:duotone>
              <a:prstClr val="black"/>
              <a:schemeClr val="accent3">
                <a:tint val="45000"/>
                <a:satMod val="400000"/>
              </a:schemeClr>
            </a:duotone>
            <a:lum bright="20000"/>
          </a:blip>
          <a:stretch>
            <a:fillRect/>
          </a:stretch>
        </p:blipFill>
        <p:spPr>
          <a:xfrm>
            <a:off x="0" y="64800"/>
            <a:ext cx="6862006" cy="1126800"/>
          </a:xfrm>
          <a:prstGeom prst="rect">
            <a:avLst/>
          </a:prstGeom>
        </p:spPr>
      </p:pic>
      <p:sp>
        <p:nvSpPr>
          <p:cNvPr id="2" name=""/>
          <p:cNvSpPr>
            <a:spLocks noGrp="1"/>
          </p:cNvSpPr>
          <p:nvPr>
            <p:ph type="title" idx="0"/>
          </p:nvPr>
        </p:nvSpPr>
        <p:spPr/>
        <p:txBody>
          <a:bodyPr/>
          <a:lstStyle/>
          <a:p>
            <a:pPr lvl="0">
              <a:defRPr lang="ko-KR" altLang="en-US"/>
            </a:pPr>
            <a:r>
              <a:rPr lang="ko-KR" altLang="en-US"/>
              <a:t>마스터 제목 스타일 편집</a:t>
            </a:r>
            <a:endParaRPr lang="ko-KR" altLang="en-US"/>
          </a:p>
        </p:txBody>
      </p:sp>
      <p:sp>
        <p:nvSpPr>
          <p:cNvPr id="3" name=""/>
          <p:cNvSpPr>
            <a:spLocks noGrp="1"/>
          </p:cNvSpPr>
          <p:nvPr>
            <p:ph type="dt" sz="half" idx="10"/>
          </p:nvPr>
        </p:nvSpPr>
        <p:spPr/>
        <p:txBody>
          <a:bodyPr/>
          <a:lstStyle/>
          <a:p>
            <a:pPr>
              <a:defRPr lang="ko-KR" altLang="en-US"/>
            </a:pPr>
            <a:fld id="{3993526A-8E18-4655-891B-DE57D7B2866D}" type="datetime1">
              <a:rPr lang="ko-KR" altLang="en-US"/>
              <a:pPr>
                <a:defRPr lang="ko-KR" altLang="en-US"/>
              </a:pPr>
              <a:t>2026-03-03</a:t>
            </a:fld>
            <a:endParaRPr lang="ko-KR" altLang="en-US"/>
          </a:p>
        </p:txBody>
      </p:sp>
      <p:sp>
        <p:nvSpPr>
          <p:cNvPr id="4" name=""/>
          <p:cNvSpPr>
            <a:spLocks noGrp="1"/>
          </p:cNvSpPr>
          <p:nvPr>
            <p:ph type="ftr" sz="quarter" idx="11"/>
          </p:nvPr>
        </p:nvSpPr>
        <p:spPr/>
        <p:txBody>
          <a:bodyPr/>
          <a:lstStyle/>
          <a:p>
            <a:pPr>
              <a:defRPr lang="ko-KR" altLang="en-US"/>
            </a:pPr>
            <a:r>
              <a:rPr lang="ko-KR" altLang="en-US"/>
              <a:t/>
            </a:r>
            <a:endParaRPr lang="ko-KR" altLang="en-US"/>
          </a:p>
        </p:txBody>
      </p:sp>
      <p:sp>
        <p:nvSpPr>
          <p:cNvPr id="5" name=""/>
          <p:cNvSpPr>
            <a:spLocks noGrp="1"/>
          </p:cNvSpPr>
          <p:nvPr>
            <p:ph type="sldNum" sz="quarter" idx="12"/>
          </p:nvPr>
        </p:nvSpPr>
        <p:spPr/>
        <p:txBody>
          <a:bodyPr/>
          <a:lstStyle/>
          <a:p>
            <a:pPr>
              <a:defRPr lang="ko-KR" altLang="en-US"/>
            </a:pPr>
            <a:fld id="{2C44E7A2-E421-4CB3-85A8-7A035C1FC4D7}" type="slidenum">
              <a:rPr lang="ko-KR" altLang="en-US"/>
              <a:pPr>
                <a:defRPr lang="ko-KR" altLang="en-US"/>
              </a:pPr>
              <a:t>‹#›</a:t>
            </a:fld>
            <a:endParaRPr lang="ko-KR" altLang="en-US"/>
          </a:p>
        </p:txBody>
      </p:sp>
      <p:pic>
        <p:nvPicPr>
          <p:cNvPr id="12" name="" descr="꽃02.png"/>
          <p:cNvPicPr/>
          <p:nvPr/>
        </p:nvPicPr>
        <p:blipFill rotWithShape="1">
          <a:blip r:embed="rId3">
            <a:alphaModFix/>
            <a:duotone>
              <a:prstClr val="black"/>
              <a:schemeClr val="accent3">
                <a:tint val="45000"/>
                <a:satMod val="400000"/>
              </a:schemeClr>
            </a:duotone>
            <a:lum bright="10000" contrast="20000"/>
          </a:blip>
          <a:stretch>
            <a:fillRect/>
          </a:stretch>
        </p:blipFill>
        <p:spPr>
          <a:xfrm>
            <a:off x="7708510" y="4669717"/>
            <a:ext cx="1435488" cy="2188283"/>
          </a:xfrm>
          <a:prstGeom prst="rect">
            <a:avLst/>
          </a:prstGeom>
          <a:noFill/>
          <a:ln>
            <a:noFill/>
          </a:ln>
        </p:spPr>
      </p:pic>
    </p:spTree>
  </p:cSld>
  <p:clrMapOvr>
    <a:masterClrMapping/>
  </p:clrMapOvr>
  <p:transition xmlns:mc="http://schemas.openxmlformats.org/markup-compatibility/2006" xmlns:hp="http://schemas.haansoft.com/office/presentation/8.0" mc:Ignorable="hp" hp:hslDur="500"/>
</p:sldLayout>
</file>

<file path=ppt/slideLayouts/slideLayout7.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표" type="tbl" preserve="1">
  <p:cSld name="표">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lvl="0">
              <a:defRPr lang="ko-KR" altLang="en-US"/>
            </a:pPr>
            <a:r>
              <a:rPr lang="ko-KR" altLang="en-US"/>
              <a:t>마스터 제목 스타일 편집</a:t>
            </a:r>
            <a:endParaRPr lang="ko-KR" altLang="en-US"/>
          </a:p>
        </p:txBody>
      </p:sp>
      <p:sp>
        <p:nvSpPr>
          <p:cNvPr id="7" name=""/>
          <p:cNvSpPr>
            <a:spLocks noGrp="1" noTextEdit="1"/>
          </p:cNvSpPr>
          <p:nvPr>
            <p:ph type="tbl" sz="quarter" idx="13"/>
          </p:nvPr>
        </p:nvSpPr>
        <p:spPr>
          <a:xfrm>
            <a:off x="451643" y="1285875"/>
            <a:ext cx="8240711" cy="4919663"/>
          </a:xfrm>
        </p:spPr>
        <p:txBody>
          <a:bodyPr/>
          <a:lstStyle>
            <a:lvl1pPr>
              <a:buNone/>
              <a:defRPr/>
            </a:lvl1pPr>
          </a:lstStyle>
          <a:p>
            <a:pPr lvl="0">
              <a:defRPr lang="ko-KR" altLang="en-US"/>
            </a:pPr>
            <a:r>
              <a:rPr lang="ko-KR" altLang="en-US"/>
              <a:t>표</a:t>
            </a:r>
            <a:endParaRPr lang="ko-KR" altLang="en-US"/>
          </a:p>
        </p:txBody>
      </p:sp>
      <p:sp>
        <p:nvSpPr>
          <p:cNvPr id="3" name=""/>
          <p:cNvSpPr>
            <a:spLocks noGrp="1"/>
          </p:cNvSpPr>
          <p:nvPr>
            <p:ph type="dt" sz="half" idx="10"/>
          </p:nvPr>
        </p:nvSpPr>
        <p:spPr/>
        <p:txBody>
          <a:bodyPr/>
          <a:lstStyle/>
          <a:p>
            <a:pPr>
              <a:defRPr lang="ko-KR" altLang="en-US"/>
            </a:pPr>
            <a:fld id="{501B6A4F-3032-4749-AD6F-CB8C2C056753}" type="datetime1">
              <a:rPr lang="ko-KR" altLang="en-US"/>
              <a:pPr>
                <a:defRPr lang="ko-KR" altLang="en-US"/>
              </a:pPr>
              <a:t>2026-03-03</a:t>
            </a:fld>
            <a:endParaRPr lang="ko-KR" altLang="en-US"/>
          </a:p>
        </p:txBody>
      </p:sp>
      <p:sp>
        <p:nvSpPr>
          <p:cNvPr id="4" name=""/>
          <p:cNvSpPr>
            <a:spLocks noGrp="1"/>
          </p:cNvSpPr>
          <p:nvPr>
            <p:ph type="ftr" sz="quarter" idx="11"/>
          </p:nvPr>
        </p:nvSpPr>
        <p:spPr/>
        <p:txBody>
          <a:bodyPr/>
          <a:lstStyle/>
          <a:p>
            <a:pPr>
              <a:defRPr lang="ko-KR" altLang="en-US"/>
            </a:pPr>
            <a:r>
              <a:rPr lang="ko-KR" altLang="en-US"/>
              <a:t/>
            </a:r>
            <a:endParaRPr lang="ko-KR" altLang="en-US"/>
          </a:p>
        </p:txBody>
      </p:sp>
      <p:sp>
        <p:nvSpPr>
          <p:cNvPr id="5" name=""/>
          <p:cNvSpPr>
            <a:spLocks noGrp="1"/>
          </p:cNvSpPr>
          <p:nvPr>
            <p:ph type="sldNum" sz="quarter" idx="12"/>
          </p:nvPr>
        </p:nvSpPr>
        <p:spPr/>
        <p:txBody>
          <a:bodyPr/>
          <a:lstStyle/>
          <a:p>
            <a:pPr>
              <a:defRPr lang="ko-KR" altLang="en-US"/>
            </a:pPr>
            <a:fld id="{2C44E7A2-E421-4CB3-85A8-7A035C1FC4D7}" type="slidenum">
              <a:rPr lang="ko-KR" altLang="en-US"/>
              <a:pPr>
                <a:defRPr lang="ko-KR" altLang="en-US"/>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8.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내용 4개" type="fourObj" preserve="1">
  <p:cSld name="내용 4개">
    <p:spTree>
      <p:nvGrpSpPr>
        <p:cNvPr id="1" name=""/>
        <p:cNvGrpSpPr/>
        <p:nvPr/>
      </p:nvGrpSpPr>
      <p:grpSpPr>
        <a:xfrm>
          <a:off x="0" y="0"/>
          <a:ext cx="0" cy="0"/>
          <a:chOff x="0" y="0"/>
          <a:chExt cx="0" cy="0"/>
        </a:xfrm>
      </p:grpSpPr>
      <p:sp>
        <p:nvSpPr>
          <p:cNvPr id="2" name=""/>
          <p:cNvSpPr>
            <a:spLocks noGrp="1"/>
          </p:cNvSpPr>
          <p:nvPr>
            <p:ph type="title" idx="0"/>
          </p:nvPr>
        </p:nvSpPr>
        <p:spPr>
          <a:xfrm>
            <a:off x="457199" y="384159"/>
            <a:ext cx="8229599" cy="758841"/>
          </a:xfrm>
        </p:spPr>
        <p:txBody>
          <a:bodyPr/>
          <a:lstStyle/>
          <a:p>
            <a:pPr lvl="0">
              <a:defRPr lang="ko-KR" altLang="en-US"/>
            </a:pPr>
            <a:r>
              <a:rPr lang="ko-KR" altLang="en-US"/>
              <a:t>마스터 제목 스타일 편집</a:t>
            </a:r>
            <a:endParaRPr lang="ko-KR" altLang="en-US"/>
          </a:p>
        </p:txBody>
      </p:sp>
      <p:sp>
        <p:nvSpPr>
          <p:cNvPr id="7" name=""/>
          <p:cNvSpPr>
            <a:spLocks noGrp="1"/>
          </p:cNvSpPr>
          <p:nvPr>
            <p:ph sz="quarter" idx="13"/>
          </p:nvPr>
        </p:nvSpPr>
        <p:spPr>
          <a:xfrm>
            <a:off x="457197" y="1285876"/>
            <a:ext cx="4049486" cy="2349953"/>
          </a:xfrm>
        </p:spPr>
        <p:txBody>
          <a:bodyPr/>
          <a:lstStyle>
            <a:lvl1pPr>
              <a:defRPr sz="2400"/>
            </a:lvl1pPr>
            <a:lvl2pPr>
              <a:defRPr sz="2000"/>
            </a:lvl2pPr>
            <a:lvl3pPr>
              <a:defRPr sz="1800"/>
            </a:lvl3pPr>
            <a:lvl4pPr>
              <a:defRPr sz="1600"/>
            </a:lvl4pPr>
            <a:lvl5pPr>
              <a:defRPr sz="1600"/>
            </a:lvl5pPr>
          </a:lstStyle>
          <a:p>
            <a:pPr lvl="0">
              <a:defRPr lang="ko-KR" altLang="en-US"/>
            </a:pPr>
            <a:r>
              <a:rPr lang="ko-KR" altLang="en-US"/>
              <a:t>마스터 텍스트 스타일을 편집합니다</a:t>
            </a:r>
            <a:endParaRPr lang="ko-KR" altLang="en-US"/>
          </a:p>
          <a:p>
            <a:pPr lvl="1">
              <a:defRPr lang="ko-KR" altLang="en-US"/>
            </a:pPr>
            <a:r>
              <a:rPr lang="ko-KR" altLang="en-US"/>
              <a:t>둘째 수준</a:t>
            </a:r>
            <a:endParaRPr lang="ko-KR" altLang="en-US"/>
          </a:p>
          <a:p>
            <a:pPr lvl="2">
              <a:defRPr lang="ko-KR" altLang="en-US"/>
            </a:pPr>
            <a:r>
              <a:rPr lang="ko-KR" altLang="en-US"/>
              <a:t>셋째 수준</a:t>
            </a:r>
            <a:endParaRPr lang="ko-KR" altLang="en-US"/>
          </a:p>
          <a:p>
            <a:pPr lvl="3">
              <a:defRPr lang="ko-KR" altLang="en-US"/>
            </a:pPr>
            <a:r>
              <a:rPr lang="ko-KR" altLang="en-US"/>
              <a:t>넷째 수준</a:t>
            </a:r>
            <a:endParaRPr lang="ko-KR" altLang="en-US"/>
          </a:p>
          <a:p>
            <a:pPr lvl="4">
              <a:defRPr lang="ko-KR" altLang="en-US"/>
            </a:pPr>
            <a:r>
              <a:rPr lang="ko-KR" altLang="en-US"/>
              <a:t>다섯째 수준</a:t>
            </a:r>
            <a:endParaRPr lang="ko-KR" altLang="en-US"/>
          </a:p>
        </p:txBody>
      </p:sp>
      <p:sp>
        <p:nvSpPr>
          <p:cNvPr id="10" name=""/>
          <p:cNvSpPr>
            <a:spLocks noGrp="1"/>
          </p:cNvSpPr>
          <p:nvPr>
            <p:ph sz="quarter" idx="14"/>
          </p:nvPr>
        </p:nvSpPr>
        <p:spPr>
          <a:xfrm>
            <a:off x="4637312" y="1285876"/>
            <a:ext cx="4049486" cy="2349953"/>
          </a:xfrm>
        </p:spPr>
        <p:txBody>
          <a:bodyPr/>
          <a:lstStyle>
            <a:lvl1pPr>
              <a:defRPr sz="2400"/>
            </a:lvl1pPr>
            <a:lvl2pPr>
              <a:defRPr sz="2000"/>
            </a:lvl2pPr>
            <a:lvl3pPr>
              <a:defRPr sz="1800"/>
            </a:lvl3pPr>
            <a:lvl4pPr>
              <a:defRPr sz="1600"/>
            </a:lvl4pPr>
            <a:lvl5pPr>
              <a:defRPr sz="1600"/>
            </a:lvl5pPr>
          </a:lstStyle>
          <a:p>
            <a:pPr lvl="0">
              <a:defRPr lang="ko-KR" altLang="en-US"/>
            </a:pPr>
            <a:r>
              <a:rPr lang="ko-KR" altLang="en-US"/>
              <a:t>마스터 텍스트 스타일을 편집합니다</a:t>
            </a:r>
            <a:endParaRPr lang="ko-KR" altLang="en-US"/>
          </a:p>
          <a:p>
            <a:pPr lvl="1">
              <a:defRPr lang="ko-KR" altLang="en-US"/>
            </a:pPr>
            <a:r>
              <a:rPr lang="ko-KR" altLang="en-US"/>
              <a:t>둘째 수준</a:t>
            </a:r>
            <a:endParaRPr lang="ko-KR" altLang="en-US"/>
          </a:p>
          <a:p>
            <a:pPr lvl="2">
              <a:defRPr lang="ko-KR" altLang="en-US"/>
            </a:pPr>
            <a:r>
              <a:rPr lang="ko-KR" altLang="en-US"/>
              <a:t>셋째 수준</a:t>
            </a:r>
            <a:endParaRPr lang="ko-KR" altLang="en-US"/>
          </a:p>
          <a:p>
            <a:pPr lvl="3">
              <a:defRPr lang="ko-KR" altLang="en-US"/>
            </a:pPr>
            <a:r>
              <a:rPr lang="ko-KR" altLang="en-US"/>
              <a:t>넷째 수준</a:t>
            </a:r>
            <a:endParaRPr lang="ko-KR" altLang="en-US"/>
          </a:p>
          <a:p>
            <a:pPr lvl="4">
              <a:defRPr lang="ko-KR" altLang="en-US"/>
            </a:pPr>
            <a:r>
              <a:rPr lang="ko-KR" altLang="en-US"/>
              <a:t>다섯째 수준</a:t>
            </a:r>
            <a:endParaRPr lang="ko-KR" altLang="en-US"/>
          </a:p>
        </p:txBody>
      </p:sp>
      <p:sp>
        <p:nvSpPr>
          <p:cNvPr id="13" name=""/>
          <p:cNvSpPr>
            <a:spLocks noGrp="1"/>
          </p:cNvSpPr>
          <p:nvPr>
            <p:ph sz="quarter" idx="15"/>
          </p:nvPr>
        </p:nvSpPr>
        <p:spPr>
          <a:xfrm>
            <a:off x="457197" y="3786190"/>
            <a:ext cx="4049486" cy="2349953"/>
          </a:xfrm>
        </p:spPr>
        <p:txBody>
          <a:bodyPr/>
          <a:lstStyle>
            <a:lvl1pPr>
              <a:defRPr sz="2400"/>
            </a:lvl1pPr>
            <a:lvl2pPr>
              <a:defRPr sz="2000"/>
            </a:lvl2pPr>
            <a:lvl3pPr>
              <a:defRPr sz="1800"/>
            </a:lvl3pPr>
            <a:lvl4pPr>
              <a:defRPr sz="1600"/>
            </a:lvl4pPr>
            <a:lvl5pPr>
              <a:defRPr sz="1600"/>
            </a:lvl5pPr>
          </a:lstStyle>
          <a:p>
            <a:pPr lvl="0">
              <a:defRPr lang="ko-KR" altLang="en-US"/>
            </a:pPr>
            <a:r>
              <a:rPr lang="ko-KR" altLang="en-US"/>
              <a:t>마스터 텍스트 스타일을 편집합니다</a:t>
            </a:r>
            <a:endParaRPr lang="ko-KR" altLang="en-US"/>
          </a:p>
          <a:p>
            <a:pPr lvl="1">
              <a:defRPr lang="ko-KR" altLang="en-US"/>
            </a:pPr>
            <a:r>
              <a:rPr lang="ko-KR" altLang="en-US"/>
              <a:t>둘째 수준</a:t>
            </a:r>
            <a:endParaRPr lang="ko-KR" altLang="en-US"/>
          </a:p>
          <a:p>
            <a:pPr lvl="2">
              <a:defRPr lang="ko-KR" altLang="en-US"/>
            </a:pPr>
            <a:r>
              <a:rPr lang="ko-KR" altLang="en-US"/>
              <a:t>셋째 수준</a:t>
            </a:r>
            <a:endParaRPr lang="ko-KR" altLang="en-US"/>
          </a:p>
          <a:p>
            <a:pPr lvl="3">
              <a:defRPr lang="ko-KR" altLang="en-US"/>
            </a:pPr>
            <a:r>
              <a:rPr lang="ko-KR" altLang="en-US"/>
              <a:t>넷째 수준</a:t>
            </a:r>
            <a:endParaRPr lang="ko-KR" altLang="en-US"/>
          </a:p>
          <a:p>
            <a:pPr lvl="4">
              <a:defRPr lang="ko-KR" altLang="en-US"/>
            </a:pPr>
            <a:r>
              <a:rPr lang="ko-KR" altLang="en-US"/>
              <a:t>다섯째 수준</a:t>
            </a:r>
            <a:endParaRPr lang="ko-KR" altLang="en-US"/>
          </a:p>
        </p:txBody>
      </p:sp>
      <p:sp>
        <p:nvSpPr>
          <p:cNvPr id="14" name=""/>
          <p:cNvSpPr>
            <a:spLocks noGrp="1"/>
          </p:cNvSpPr>
          <p:nvPr>
            <p:ph sz="quarter" idx="16"/>
          </p:nvPr>
        </p:nvSpPr>
        <p:spPr>
          <a:xfrm>
            <a:off x="4637312" y="3786190"/>
            <a:ext cx="4049486" cy="2349953"/>
          </a:xfrm>
        </p:spPr>
        <p:txBody>
          <a:bodyPr/>
          <a:lstStyle>
            <a:lvl1pPr>
              <a:defRPr sz="2400"/>
            </a:lvl1pPr>
            <a:lvl2pPr>
              <a:defRPr sz="2000"/>
            </a:lvl2pPr>
            <a:lvl3pPr>
              <a:defRPr sz="1800"/>
            </a:lvl3pPr>
            <a:lvl4pPr>
              <a:defRPr sz="1600"/>
            </a:lvl4pPr>
            <a:lvl5pPr>
              <a:defRPr sz="1600"/>
            </a:lvl5pPr>
          </a:lstStyle>
          <a:p>
            <a:pPr lvl="0">
              <a:defRPr lang="ko-KR" altLang="en-US"/>
            </a:pPr>
            <a:r>
              <a:rPr lang="ko-KR" altLang="en-US"/>
              <a:t>마스터 텍스트 스타일을 편집합니다</a:t>
            </a:r>
            <a:endParaRPr lang="ko-KR" altLang="en-US"/>
          </a:p>
          <a:p>
            <a:pPr lvl="1">
              <a:defRPr lang="ko-KR" altLang="en-US"/>
            </a:pPr>
            <a:r>
              <a:rPr lang="ko-KR" altLang="en-US"/>
              <a:t>둘째 수준</a:t>
            </a:r>
            <a:endParaRPr lang="ko-KR" altLang="en-US"/>
          </a:p>
          <a:p>
            <a:pPr lvl="2">
              <a:defRPr lang="ko-KR" altLang="en-US"/>
            </a:pPr>
            <a:r>
              <a:rPr lang="ko-KR" altLang="en-US"/>
              <a:t>셋째 수준</a:t>
            </a:r>
            <a:endParaRPr lang="ko-KR" altLang="en-US"/>
          </a:p>
          <a:p>
            <a:pPr lvl="3">
              <a:defRPr lang="ko-KR" altLang="en-US"/>
            </a:pPr>
            <a:r>
              <a:rPr lang="ko-KR" altLang="en-US"/>
              <a:t>넷째 수준</a:t>
            </a:r>
            <a:endParaRPr lang="ko-KR" altLang="en-US"/>
          </a:p>
          <a:p>
            <a:pPr lvl="4">
              <a:defRPr lang="ko-KR" altLang="en-US"/>
            </a:pPr>
            <a:r>
              <a:rPr lang="ko-KR" altLang="en-US"/>
              <a:t>다섯째 수준</a:t>
            </a:r>
            <a:endParaRPr lang="ko-KR" altLang="en-US"/>
          </a:p>
        </p:txBody>
      </p:sp>
      <p:sp>
        <p:nvSpPr>
          <p:cNvPr id="3" name=""/>
          <p:cNvSpPr>
            <a:spLocks noGrp="1"/>
          </p:cNvSpPr>
          <p:nvPr>
            <p:ph type="dt" sz="half" idx="10"/>
          </p:nvPr>
        </p:nvSpPr>
        <p:spPr/>
        <p:txBody>
          <a:bodyPr/>
          <a:lstStyle/>
          <a:p>
            <a:pPr>
              <a:defRPr lang="ko-KR" altLang="en-US"/>
            </a:pPr>
            <a:fld id="{5C61120A-A887-4155-9AA7-FF367AD03E1B}" type="datetime1">
              <a:rPr lang="ko-KR" altLang="en-US"/>
              <a:pPr>
                <a:defRPr lang="ko-KR" altLang="en-US"/>
              </a:pPr>
              <a:t>2026-03-03</a:t>
            </a:fld>
            <a:endParaRPr lang="ko-KR" altLang="en-US"/>
          </a:p>
        </p:txBody>
      </p:sp>
      <p:sp>
        <p:nvSpPr>
          <p:cNvPr id="4" name=""/>
          <p:cNvSpPr>
            <a:spLocks noGrp="1"/>
          </p:cNvSpPr>
          <p:nvPr>
            <p:ph type="ftr" sz="quarter" idx="11"/>
          </p:nvPr>
        </p:nvSpPr>
        <p:spPr/>
        <p:txBody>
          <a:bodyPr/>
          <a:lstStyle/>
          <a:p>
            <a:pPr>
              <a:defRPr lang="ko-KR" altLang="en-US"/>
            </a:pPr>
            <a:r>
              <a:rPr lang="ko-KR" altLang="en-US"/>
              <a:t/>
            </a:r>
            <a:endParaRPr lang="ko-KR" altLang="en-US"/>
          </a:p>
        </p:txBody>
      </p:sp>
      <p:sp>
        <p:nvSpPr>
          <p:cNvPr id="5" name=""/>
          <p:cNvSpPr>
            <a:spLocks noGrp="1"/>
          </p:cNvSpPr>
          <p:nvPr>
            <p:ph type="sldNum" sz="quarter" idx="12"/>
          </p:nvPr>
        </p:nvSpPr>
        <p:spPr/>
        <p:txBody>
          <a:bodyPr/>
          <a:lstStyle/>
          <a:p>
            <a:pPr>
              <a:defRPr lang="ko-KR" altLang="en-US"/>
            </a:pPr>
            <a:fld id="{2C44E7A2-E421-4CB3-85A8-7A035C1FC4D7}" type="slidenum">
              <a:rPr lang="ko-KR" altLang="en-US"/>
              <a:pPr>
                <a:defRPr lang="ko-KR" altLang="en-US"/>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9.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1" matchingName="그림 및 설명" type="picTx" preserve="1">
  <p:cSld name="그림 및 설명">
    <p:spTree>
      <p:nvGrpSpPr>
        <p:cNvPr id="1" name=""/>
        <p:cNvGrpSpPr/>
        <p:nvPr/>
      </p:nvGrpSpPr>
      <p:grpSpPr>
        <a:xfrm>
          <a:off x="0" y="0"/>
          <a:ext cx="0" cy="0"/>
          <a:chOff x="0" y="0"/>
          <a:chExt cx="0" cy="0"/>
        </a:xfrm>
      </p:grpSpPr>
      <p:pic>
        <p:nvPicPr>
          <p:cNvPr id="40" name="" descr="그림2.png"/>
          <p:cNvPicPr/>
          <p:nvPr/>
        </p:nvPicPr>
        <p:blipFill rotWithShape="1">
          <a:blip r:embed="rId2">
            <a:alphaModFix/>
            <a:duotone>
              <a:prstClr val="black"/>
              <a:schemeClr val="accent3">
                <a:tint val="45000"/>
                <a:satMod val="400000"/>
              </a:schemeClr>
            </a:duotone>
            <a:lum bright="16000" contrast="54000"/>
          </a:blip>
          <a:srcRect l="980" b="4710"/>
          <a:stretch>
            <a:fillRect/>
          </a:stretch>
        </p:blipFill>
        <p:spPr>
          <a:xfrm>
            <a:off x="0" y="3996000"/>
            <a:ext cx="2484722" cy="2862000"/>
          </a:xfrm>
          <a:prstGeom prst="rect">
            <a:avLst/>
          </a:prstGeom>
        </p:spPr>
      </p:pic>
      <p:sp>
        <p:nvSpPr>
          <p:cNvPr id="31" name=""/>
          <p:cNvSpPr/>
          <p:nvPr/>
        </p:nvSpPr>
        <p:spPr>
          <a:xfrm flipV="1">
            <a:off x="1676399" y="0"/>
            <a:ext cx="5759449" cy="6908800"/>
          </a:xfrm>
          <a:prstGeom prst="rect">
            <a:avLst/>
          </a:prstGeom>
          <a:gradFill>
            <a:gsLst>
              <a:gs pos="0">
                <a:schemeClr val="bg1">
                  <a:alpha val="0"/>
                </a:schemeClr>
              </a:gs>
              <a:gs pos="28000">
                <a:schemeClr val="bg1">
                  <a:lumMod val="8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grpSp>
        <p:nvGrpSpPr>
          <p:cNvPr id="9" name=""/>
          <p:cNvGrpSpPr/>
          <p:nvPr/>
        </p:nvGrpSpPr>
        <p:grpSpPr>
          <a:xfrm rot="0">
            <a:off x="7272338" y="0"/>
            <a:ext cx="1849500" cy="1314000"/>
            <a:chOff x="6215063" y="0"/>
            <a:chExt cx="3608387" cy="2012950"/>
          </a:xfrm>
          <a:solidFill>
            <a:schemeClr val="accent2"/>
          </a:solidFill>
        </p:grpSpPr>
        <p:sp>
          <p:nvSpPr>
            <p:cNvPr id="16" name=""/>
            <p:cNvSpPr/>
            <p:nvPr/>
          </p:nvSpPr>
          <p:spPr>
            <a:xfrm>
              <a:off x="9426575" y="0"/>
              <a:ext cx="396875" cy="404813"/>
            </a:xfrm>
            <a:custGeom>
              <a:avLst/>
              <a:gdLst/>
              <a:cxnLst>
                <a:cxn ang="0">
                  <a:pos x="16" y="107"/>
                </a:cxn>
                <a:cxn ang="0">
                  <a:pos x="16" y="107"/>
                </a:cxn>
                <a:cxn ang="0">
                  <a:pos x="18" y="129"/>
                </a:cxn>
                <a:cxn ang="0">
                  <a:pos x="16" y="148"/>
                </a:cxn>
                <a:cxn ang="0">
                  <a:pos x="15" y="167"/>
                </a:cxn>
                <a:cxn ang="0">
                  <a:pos x="13" y="185"/>
                </a:cxn>
                <a:cxn ang="0">
                  <a:pos x="7" y="220"/>
                </a:cxn>
                <a:cxn ang="0">
                  <a:pos x="0" y="255"/>
                </a:cxn>
                <a:cxn ang="0">
                  <a:pos x="0" y="255"/>
                </a:cxn>
                <a:cxn ang="0">
                  <a:pos x="21" y="247"/>
                </a:cxn>
                <a:cxn ang="0">
                  <a:pos x="40" y="237"/>
                </a:cxn>
                <a:cxn ang="0">
                  <a:pos x="59" y="226"/>
                </a:cxn>
                <a:cxn ang="0">
                  <a:pos x="78" y="213"/>
                </a:cxn>
                <a:cxn ang="0">
                  <a:pos x="96" y="200"/>
                </a:cxn>
                <a:cxn ang="0">
                  <a:pos x="115" y="186"/>
                </a:cxn>
                <a:cxn ang="0">
                  <a:pos x="132" y="172"/>
                </a:cxn>
                <a:cxn ang="0">
                  <a:pos x="148" y="156"/>
                </a:cxn>
                <a:cxn ang="0">
                  <a:pos x="164" y="140"/>
                </a:cxn>
                <a:cxn ang="0">
                  <a:pos x="180" y="123"/>
                </a:cxn>
                <a:cxn ang="0">
                  <a:pos x="194" y="103"/>
                </a:cxn>
                <a:cxn ang="0">
                  <a:pos x="209" y="84"/>
                </a:cxn>
                <a:cxn ang="0">
                  <a:pos x="220" y="64"/>
                </a:cxn>
                <a:cxn ang="0">
                  <a:pos x="231" y="43"/>
                </a:cxn>
                <a:cxn ang="0">
                  <a:pos x="242" y="22"/>
                </a:cxn>
                <a:cxn ang="0">
                  <a:pos x="250" y="0"/>
                </a:cxn>
                <a:cxn ang="0">
                  <a:pos x="161" y="0"/>
                </a:cxn>
                <a:cxn ang="0">
                  <a:pos x="161" y="0"/>
                </a:cxn>
                <a:cxn ang="0">
                  <a:pos x="167" y="13"/>
                </a:cxn>
                <a:cxn ang="0">
                  <a:pos x="170" y="27"/>
                </a:cxn>
                <a:cxn ang="0">
                  <a:pos x="170" y="40"/>
                </a:cxn>
                <a:cxn ang="0">
                  <a:pos x="167" y="53"/>
                </a:cxn>
                <a:cxn ang="0">
                  <a:pos x="161" y="65"/>
                </a:cxn>
                <a:cxn ang="0">
                  <a:pos x="153" y="76"/>
                </a:cxn>
                <a:cxn ang="0">
                  <a:pos x="143" y="86"/>
                </a:cxn>
                <a:cxn ang="0">
                  <a:pos x="132" y="95"/>
                </a:cxn>
                <a:cxn ang="0">
                  <a:pos x="118" y="103"/>
                </a:cxn>
                <a:cxn ang="0">
                  <a:pos x="105" y="110"/>
                </a:cxn>
                <a:cxn ang="0">
                  <a:pos x="89" y="115"/>
                </a:cxn>
                <a:cxn ang="0">
                  <a:pos x="75" y="118"/>
                </a:cxn>
                <a:cxn ang="0">
                  <a:pos x="59" y="118"/>
                </a:cxn>
                <a:cxn ang="0">
                  <a:pos x="45" y="118"/>
                </a:cxn>
                <a:cxn ang="0">
                  <a:pos x="30" y="113"/>
                </a:cxn>
                <a:cxn ang="0">
                  <a:pos x="16" y="107"/>
                </a:cxn>
                <a:cxn ang="0">
                  <a:pos x="16" y="107"/>
                </a:cxn>
              </a:cxnLst>
              <a:rect l="0" t="0" r="r" b="b"/>
              <a:pathLst>
                <a:path w="250" h="255">
                  <a:moveTo>
                    <a:pt x="16" y="107"/>
                  </a:moveTo>
                  <a:lnTo>
                    <a:pt x="16" y="107"/>
                  </a:lnTo>
                  <a:lnTo>
                    <a:pt x="18" y="129"/>
                  </a:lnTo>
                  <a:lnTo>
                    <a:pt x="16" y="148"/>
                  </a:lnTo>
                  <a:lnTo>
                    <a:pt x="15" y="167"/>
                  </a:lnTo>
                  <a:lnTo>
                    <a:pt x="13" y="185"/>
                  </a:lnTo>
                  <a:lnTo>
                    <a:pt x="7" y="220"/>
                  </a:lnTo>
                  <a:lnTo>
                    <a:pt x="0" y="255"/>
                  </a:lnTo>
                  <a:lnTo>
                    <a:pt x="0" y="255"/>
                  </a:lnTo>
                  <a:lnTo>
                    <a:pt x="21" y="247"/>
                  </a:lnTo>
                  <a:lnTo>
                    <a:pt x="40" y="237"/>
                  </a:lnTo>
                  <a:lnTo>
                    <a:pt x="59" y="226"/>
                  </a:lnTo>
                  <a:lnTo>
                    <a:pt x="78" y="213"/>
                  </a:lnTo>
                  <a:lnTo>
                    <a:pt x="96" y="200"/>
                  </a:lnTo>
                  <a:lnTo>
                    <a:pt x="115" y="186"/>
                  </a:lnTo>
                  <a:lnTo>
                    <a:pt x="132" y="172"/>
                  </a:lnTo>
                  <a:lnTo>
                    <a:pt x="148" y="156"/>
                  </a:lnTo>
                  <a:lnTo>
                    <a:pt x="164" y="140"/>
                  </a:lnTo>
                  <a:lnTo>
                    <a:pt x="180" y="123"/>
                  </a:lnTo>
                  <a:lnTo>
                    <a:pt x="194" y="103"/>
                  </a:lnTo>
                  <a:lnTo>
                    <a:pt x="209" y="84"/>
                  </a:lnTo>
                  <a:lnTo>
                    <a:pt x="220" y="64"/>
                  </a:lnTo>
                  <a:lnTo>
                    <a:pt x="231" y="43"/>
                  </a:lnTo>
                  <a:lnTo>
                    <a:pt x="242" y="22"/>
                  </a:lnTo>
                  <a:lnTo>
                    <a:pt x="250" y="0"/>
                  </a:lnTo>
                  <a:lnTo>
                    <a:pt x="161" y="0"/>
                  </a:lnTo>
                  <a:lnTo>
                    <a:pt x="161" y="0"/>
                  </a:lnTo>
                  <a:lnTo>
                    <a:pt x="167" y="13"/>
                  </a:lnTo>
                  <a:lnTo>
                    <a:pt x="170" y="27"/>
                  </a:lnTo>
                  <a:lnTo>
                    <a:pt x="170" y="40"/>
                  </a:lnTo>
                  <a:lnTo>
                    <a:pt x="167" y="53"/>
                  </a:lnTo>
                  <a:lnTo>
                    <a:pt x="161" y="65"/>
                  </a:lnTo>
                  <a:lnTo>
                    <a:pt x="153" y="76"/>
                  </a:lnTo>
                  <a:lnTo>
                    <a:pt x="143" y="86"/>
                  </a:lnTo>
                  <a:lnTo>
                    <a:pt x="132" y="95"/>
                  </a:lnTo>
                  <a:lnTo>
                    <a:pt x="118" y="103"/>
                  </a:lnTo>
                  <a:lnTo>
                    <a:pt x="105" y="110"/>
                  </a:lnTo>
                  <a:lnTo>
                    <a:pt x="89" y="115"/>
                  </a:lnTo>
                  <a:lnTo>
                    <a:pt x="75" y="118"/>
                  </a:lnTo>
                  <a:lnTo>
                    <a:pt x="59" y="118"/>
                  </a:lnTo>
                  <a:lnTo>
                    <a:pt x="45" y="118"/>
                  </a:lnTo>
                  <a:lnTo>
                    <a:pt x="30" y="113"/>
                  </a:lnTo>
                  <a:lnTo>
                    <a:pt x="16" y="107"/>
                  </a:lnTo>
                  <a:lnTo>
                    <a:pt x="16" y="107"/>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17" name=""/>
            <p:cNvSpPr/>
            <p:nvPr/>
          </p:nvSpPr>
          <p:spPr>
            <a:xfrm>
              <a:off x="9396413" y="0"/>
              <a:ext cx="239712" cy="139700"/>
            </a:xfrm>
            <a:custGeom>
              <a:avLst/>
              <a:gdLst/>
              <a:cxnLst>
                <a:cxn ang="0">
                  <a:pos x="35" y="76"/>
                </a:cxn>
                <a:cxn ang="0">
                  <a:pos x="35" y="76"/>
                </a:cxn>
                <a:cxn ang="0">
                  <a:pos x="75" y="83"/>
                </a:cxn>
                <a:cxn ang="0">
                  <a:pos x="96" y="86"/>
                </a:cxn>
                <a:cxn ang="0">
                  <a:pos x="113" y="88"/>
                </a:cxn>
                <a:cxn ang="0">
                  <a:pos x="123" y="86"/>
                </a:cxn>
                <a:cxn ang="0">
                  <a:pos x="129" y="84"/>
                </a:cxn>
                <a:cxn ang="0">
                  <a:pos x="137" y="81"/>
                </a:cxn>
                <a:cxn ang="0">
                  <a:pos x="142" y="76"/>
                </a:cxn>
                <a:cxn ang="0">
                  <a:pos x="147" y="68"/>
                </a:cxn>
                <a:cxn ang="0">
                  <a:pos x="150" y="60"/>
                </a:cxn>
                <a:cxn ang="0">
                  <a:pos x="151" y="49"/>
                </a:cxn>
                <a:cxn ang="0">
                  <a:pos x="151" y="37"/>
                </a:cxn>
                <a:cxn ang="0">
                  <a:pos x="151" y="37"/>
                </a:cxn>
                <a:cxn ang="0">
                  <a:pos x="150" y="32"/>
                </a:cxn>
                <a:cxn ang="0">
                  <a:pos x="147" y="25"/>
                </a:cxn>
                <a:cxn ang="0">
                  <a:pos x="143" y="22"/>
                </a:cxn>
                <a:cxn ang="0">
                  <a:pos x="139" y="19"/>
                </a:cxn>
                <a:cxn ang="0">
                  <a:pos x="127" y="14"/>
                </a:cxn>
                <a:cxn ang="0">
                  <a:pos x="115" y="11"/>
                </a:cxn>
                <a:cxn ang="0">
                  <a:pos x="86" y="6"/>
                </a:cxn>
                <a:cxn ang="0">
                  <a:pos x="72" y="3"/>
                </a:cxn>
                <a:cxn ang="0">
                  <a:pos x="61" y="0"/>
                </a:cxn>
                <a:cxn ang="0">
                  <a:pos x="0" y="0"/>
                </a:cxn>
                <a:cxn ang="0">
                  <a:pos x="0" y="0"/>
                </a:cxn>
                <a:cxn ang="0">
                  <a:pos x="10" y="18"/>
                </a:cxn>
                <a:cxn ang="0">
                  <a:pos x="19" y="37"/>
                </a:cxn>
                <a:cxn ang="0">
                  <a:pos x="35" y="76"/>
                </a:cxn>
                <a:cxn ang="0">
                  <a:pos x="35" y="76"/>
                </a:cxn>
              </a:cxnLst>
              <a:rect l="0" t="0" r="r" b="b"/>
              <a:pathLst>
                <a:path w="151" h="88">
                  <a:moveTo>
                    <a:pt x="35" y="76"/>
                  </a:moveTo>
                  <a:lnTo>
                    <a:pt x="35" y="76"/>
                  </a:lnTo>
                  <a:lnTo>
                    <a:pt x="75" y="83"/>
                  </a:lnTo>
                  <a:lnTo>
                    <a:pt x="96" y="86"/>
                  </a:lnTo>
                  <a:lnTo>
                    <a:pt x="113" y="88"/>
                  </a:lnTo>
                  <a:lnTo>
                    <a:pt x="123" y="86"/>
                  </a:lnTo>
                  <a:lnTo>
                    <a:pt x="129" y="84"/>
                  </a:lnTo>
                  <a:lnTo>
                    <a:pt x="137" y="81"/>
                  </a:lnTo>
                  <a:lnTo>
                    <a:pt x="142" y="76"/>
                  </a:lnTo>
                  <a:lnTo>
                    <a:pt x="147" y="68"/>
                  </a:lnTo>
                  <a:lnTo>
                    <a:pt x="150" y="60"/>
                  </a:lnTo>
                  <a:lnTo>
                    <a:pt x="151" y="49"/>
                  </a:lnTo>
                  <a:lnTo>
                    <a:pt x="151" y="37"/>
                  </a:lnTo>
                  <a:lnTo>
                    <a:pt x="151" y="37"/>
                  </a:lnTo>
                  <a:lnTo>
                    <a:pt x="150" y="32"/>
                  </a:lnTo>
                  <a:lnTo>
                    <a:pt x="147" y="25"/>
                  </a:lnTo>
                  <a:lnTo>
                    <a:pt x="143" y="22"/>
                  </a:lnTo>
                  <a:lnTo>
                    <a:pt x="139" y="19"/>
                  </a:lnTo>
                  <a:lnTo>
                    <a:pt x="127" y="14"/>
                  </a:lnTo>
                  <a:lnTo>
                    <a:pt x="115" y="11"/>
                  </a:lnTo>
                  <a:lnTo>
                    <a:pt x="86" y="6"/>
                  </a:lnTo>
                  <a:lnTo>
                    <a:pt x="72" y="3"/>
                  </a:lnTo>
                  <a:lnTo>
                    <a:pt x="61" y="0"/>
                  </a:lnTo>
                  <a:lnTo>
                    <a:pt x="0" y="0"/>
                  </a:lnTo>
                  <a:lnTo>
                    <a:pt x="0" y="0"/>
                  </a:lnTo>
                  <a:lnTo>
                    <a:pt x="10" y="18"/>
                  </a:lnTo>
                  <a:lnTo>
                    <a:pt x="19" y="37"/>
                  </a:lnTo>
                  <a:lnTo>
                    <a:pt x="35" y="76"/>
                  </a:lnTo>
                  <a:lnTo>
                    <a:pt x="35" y="76"/>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18" name=""/>
            <p:cNvSpPr/>
            <p:nvPr/>
          </p:nvSpPr>
          <p:spPr>
            <a:xfrm>
              <a:off x="8318500" y="0"/>
              <a:ext cx="150812" cy="206375"/>
            </a:xfrm>
            <a:custGeom>
              <a:avLst/>
              <a:gdLst/>
              <a:cxnLst>
                <a:cxn ang="0">
                  <a:pos x="0" y="130"/>
                </a:cxn>
                <a:cxn ang="0">
                  <a:pos x="0" y="130"/>
                </a:cxn>
                <a:cxn ang="0">
                  <a:pos x="25" y="99"/>
                </a:cxn>
                <a:cxn ang="0">
                  <a:pos x="49" y="67"/>
                </a:cxn>
                <a:cxn ang="0">
                  <a:pos x="95" y="0"/>
                </a:cxn>
                <a:cxn ang="0">
                  <a:pos x="52" y="0"/>
                </a:cxn>
                <a:cxn ang="0">
                  <a:pos x="52" y="0"/>
                </a:cxn>
                <a:cxn ang="0">
                  <a:pos x="37" y="37"/>
                </a:cxn>
                <a:cxn ang="0">
                  <a:pos x="21" y="70"/>
                </a:cxn>
                <a:cxn ang="0">
                  <a:pos x="8" y="102"/>
                </a:cxn>
                <a:cxn ang="0">
                  <a:pos x="3" y="116"/>
                </a:cxn>
                <a:cxn ang="0">
                  <a:pos x="0" y="130"/>
                </a:cxn>
                <a:cxn ang="0">
                  <a:pos x="0" y="130"/>
                </a:cxn>
              </a:cxnLst>
              <a:rect l="0" t="0" r="r" b="b"/>
              <a:pathLst>
                <a:path w="95" h="130">
                  <a:moveTo>
                    <a:pt x="0" y="130"/>
                  </a:moveTo>
                  <a:lnTo>
                    <a:pt x="0" y="130"/>
                  </a:lnTo>
                  <a:lnTo>
                    <a:pt x="25" y="99"/>
                  </a:lnTo>
                  <a:lnTo>
                    <a:pt x="49" y="67"/>
                  </a:lnTo>
                  <a:lnTo>
                    <a:pt x="95" y="0"/>
                  </a:lnTo>
                  <a:lnTo>
                    <a:pt x="52" y="0"/>
                  </a:lnTo>
                  <a:lnTo>
                    <a:pt x="52" y="0"/>
                  </a:lnTo>
                  <a:lnTo>
                    <a:pt x="37" y="37"/>
                  </a:lnTo>
                  <a:lnTo>
                    <a:pt x="21" y="70"/>
                  </a:lnTo>
                  <a:lnTo>
                    <a:pt x="8" y="102"/>
                  </a:lnTo>
                  <a:lnTo>
                    <a:pt x="3" y="116"/>
                  </a:lnTo>
                  <a:lnTo>
                    <a:pt x="0" y="130"/>
                  </a:lnTo>
                  <a:lnTo>
                    <a:pt x="0" y="130"/>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19" name=""/>
            <p:cNvSpPr/>
            <p:nvPr/>
          </p:nvSpPr>
          <p:spPr>
            <a:xfrm>
              <a:off x="7804150" y="0"/>
              <a:ext cx="1549400" cy="1362075"/>
            </a:xfrm>
            <a:custGeom>
              <a:avLst/>
              <a:gdLst/>
              <a:cxnLst>
                <a:cxn ang="0">
                  <a:pos x="720" y="253"/>
                </a:cxn>
                <a:cxn ang="0">
                  <a:pos x="758" y="274"/>
                </a:cxn>
                <a:cxn ang="0">
                  <a:pos x="774" y="294"/>
                </a:cxn>
                <a:cxn ang="0">
                  <a:pos x="765" y="331"/>
                </a:cxn>
                <a:cxn ang="0">
                  <a:pos x="730" y="417"/>
                </a:cxn>
                <a:cxn ang="0">
                  <a:pos x="687" y="496"/>
                </a:cxn>
                <a:cxn ang="0">
                  <a:pos x="634" y="570"/>
                </a:cxn>
                <a:cxn ang="0">
                  <a:pos x="574" y="633"/>
                </a:cxn>
                <a:cxn ang="0">
                  <a:pos x="504" y="689"/>
                </a:cxn>
                <a:cxn ang="0">
                  <a:pos x="426" y="735"/>
                </a:cxn>
                <a:cxn ang="0">
                  <a:pos x="340" y="770"/>
                </a:cxn>
                <a:cxn ang="0">
                  <a:pos x="246" y="795"/>
                </a:cxn>
                <a:cxn ang="0">
                  <a:pos x="146" y="808"/>
                </a:cxn>
                <a:cxn ang="0">
                  <a:pos x="36" y="808"/>
                </a:cxn>
                <a:cxn ang="0">
                  <a:pos x="23" y="818"/>
                </a:cxn>
                <a:cxn ang="0">
                  <a:pos x="111" y="846"/>
                </a:cxn>
                <a:cxn ang="0">
                  <a:pos x="209" y="858"/>
                </a:cxn>
                <a:cxn ang="0">
                  <a:pos x="305" y="850"/>
                </a:cxn>
                <a:cxn ang="0">
                  <a:pos x="389" y="819"/>
                </a:cxn>
                <a:cxn ang="0">
                  <a:pos x="423" y="797"/>
                </a:cxn>
                <a:cxn ang="0">
                  <a:pos x="448" y="767"/>
                </a:cxn>
                <a:cxn ang="0">
                  <a:pos x="454" y="776"/>
                </a:cxn>
                <a:cxn ang="0">
                  <a:pos x="456" y="821"/>
                </a:cxn>
                <a:cxn ang="0">
                  <a:pos x="491" y="808"/>
                </a:cxn>
                <a:cxn ang="0">
                  <a:pos x="518" y="786"/>
                </a:cxn>
                <a:cxn ang="0">
                  <a:pos x="556" y="727"/>
                </a:cxn>
                <a:cxn ang="0">
                  <a:pos x="580" y="689"/>
                </a:cxn>
                <a:cxn ang="0">
                  <a:pos x="596" y="700"/>
                </a:cxn>
                <a:cxn ang="0">
                  <a:pos x="606" y="716"/>
                </a:cxn>
                <a:cxn ang="0">
                  <a:pos x="620" y="719"/>
                </a:cxn>
                <a:cxn ang="0">
                  <a:pos x="674" y="659"/>
                </a:cxn>
                <a:cxn ang="0">
                  <a:pos x="714" y="584"/>
                </a:cxn>
                <a:cxn ang="0">
                  <a:pos x="753" y="471"/>
                </a:cxn>
                <a:cxn ang="0">
                  <a:pos x="803" y="328"/>
                </a:cxn>
                <a:cxn ang="0">
                  <a:pos x="833" y="304"/>
                </a:cxn>
                <a:cxn ang="0">
                  <a:pos x="898" y="309"/>
                </a:cxn>
                <a:cxn ang="0">
                  <a:pos x="959" y="299"/>
                </a:cxn>
                <a:cxn ang="0">
                  <a:pos x="973" y="282"/>
                </a:cxn>
                <a:cxn ang="0">
                  <a:pos x="951" y="253"/>
                </a:cxn>
                <a:cxn ang="0">
                  <a:pos x="895" y="229"/>
                </a:cxn>
                <a:cxn ang="0">
                  <a:pos x="795" y="202"/>
                </a:cxn>
                <a:cxn ang="0">
                  <a:pos x="790" y="188"/>
                </a:cxn>
                <a:cxn ang="0">
                  <a:pos x="863" y="175"/>
                </a:cxn>
                <a:cxn ang="0">
                  <a:pos x="903" y="161"/>
                </a:cxn>
                <a:cxn ang="0">
                  <a:pos x="925" y="140"/>
                </a:cxn>
                <a:cxn ang="0">
                  <a:pos x="922" y="126"/>
                </a:cxn>
                <a:cxn ang="0">
                  <a:pos x="878" y="113"/>
                </a:cxn>
                <a:cxn ang="0">
                  <a:pos x="814" y="107"/>
                </a:cxn>
                <a:cxn ang="0">
                  <a:pos x="782" y="92"/>
                </a:cxn>
                <a:cxn ang="0">
                  <a:pos x="838" y="83"/>
                </a:cxn>
                <a:cxn ang="0">
                  <a:pos x="874" y="65"/>
                </a:cxn>
                <a:cxn ang="0">
                  <a:pos x="887" y="48"/>
                </a:cxn>
                <a:cxn ang="0">
                  <a:pos x="890" y="30"/>
                </a:cxn>
                <a:cxn ang="0">
                  <a:pos x="806" y="18"/>
                </a:cxn>
                <a:cxn ang="0">
                  <a:pos x="720" y="6"/>
                </a:cxn>
                <a:cxn ang="0">
                  <a:pos x="666" y="0"/>
                </a:cxn>
                <a:cxn ang="0">
                  <a:pos x="688" y="22"/>
                </a:cxn>
                <a:cxn ang="0">
                  <a:pos x="712" y="65"/>
                </a:cxn>
                <a:cxn ang="0">
                  <a:pos x="728" y="111"/>
                </a:cxn>
                <a:cxn ang="0">
                  <a:pos x="731" y="162"/>
                </a:cxn>
                <a:cxn ang="0">
                  <a:pos x="725" y="213"/>
                </a:cxn>
                <a:cxn ang="0">
                  <a:pos x="712" y="247"/>
                </a:cxn>
              </a:cxnLst>
              <a:rect l="0" t="0" r="r" b="b"/>
              <a:pathLst>
                <a:path w="976" h="858">
                  <a:moveTo>
                    <a:pt x="712" y="247"/>
                  </a:moveTo>
                  <a:lnTo>
                    <a:pt x="712" y="247"/>
                  </a:lnTo>
                  <a:lnTo>
                    <a:pt x="720" y="253"/>
                  </a:lnTo>
                  <a:lnTo>
                    <a:pt x="730" y="259"/>
                  </a:lnTo>
                  <a:lnTo>
                    <a:pt x="749" y="269"/>
                  </a:lnTo>
                  <a:lnTo>
                    <a:pt x="758" y="274"/>
                  </a:lnTo>
                  <a:lnTo>
                    <a:pt x="766" y="280"/>
                  </a:lnTo>
                  <a:lnTo>
                    <a:pt x="773" y="290"/>
                  </a:lnTo>
                  <a:lnTo>
                    <a:pt x="774" y="294"/>
                  </a:lnTo>
                  <a:lnTo>
                    <a:pt x="774" y="301"/>
                  </a:lnTo>
                  <a:lnTo>
                    <a:pt x="774" y="301"/>
                  </a:lnTo>
                  <a:lnTo>
                    <a:pt x="765" y="331"/>
                  </a:lnTo>
                  <a:lnTo>
                    <a:pt x="755" y="360"/>
                  </a:lnTo>
                  <a:lnTo>
                    <a:pt x="742" y="390"/>
                  </a:lnTo>
                  <a:lnTo>
                    <a:pt x="730" y="417"/>
                  </a:lnTo>
                  <a:lnTo>
                    <a:pt x="717" y="444"/>
                  </a:lnTo>
                  <a:lnTo>
                    <a:pt x="703" y="471"/>
                  </a:lnTo>
                  <a:lnTo>
                    <a:pt x="687" y="496"/>
                  </a:lnTo>
                  <a:lnTo>
                    <a:pt x="671" y="522"/>
                  </a:lnTo>
                  <a:lnTo>
                    <a:pt x="653" y="546"/>
                  </a:lnTo>
                  <a:lnTo>
                    <a:pt x="634" y="570"/>
                  </a:lnTo>
                  <a:lnTo>
                    <a:pt x="615" y="592"/>
                  </a:lnTo>
                  <a:lnTo>
                    <a:pt x="594" y="613"/>
                  </a:lnTo>
                  <a:lnTo>
                    <a:pt x="574" y="633"/>
                  </a:lnTo>
                  <a:lnTo>
                    <a:pt x="551" y="652"/>
                  </a:lnTo>
                  <a:lnTo>
                    <a:pt x="528" y="671"/>
                  </a:lnTo>
                  <a:lnTo>
                    <a:pt x="504" y="689"/>
                  </a:lnTo>
                  <a:lnTo>
                    <a:pt x="478" y="705"/>
                  </a:lnTo>
                  <a:lnTo>
                    <a:pt x="453" y="721"/>
                  </a:lnTo>
                  <a:lnTo>
                    <a:pt x="426" y="735"/>
                  </a:lnTo>
                  <a:lnTo>
                    <a:pt x="399" y="748"/>
                  </a:lnTo>
                  <a:lnTo>
                    <a:pt x="370" y="760"/>
                  </a:lnTo>
                  <a:lnTo>
                    <a:pt x="340" y="770"/>
                  </a:lnTo>
                  <a:lnTo>
                    <a:pt x="310" y="780"/>
                  </a:lnTo>
                  <a:lnTo>
                    <a:pt x="278" y="789"/>
                  </a:lnTo>
                  <a:lnTo>
                    <a:pt x="246" y="795"/>
                  </a:lnTo>
                  <a:lnTo>
                    <a:pt x="214" y="800"/>
                  </a:lnTo>
                  <a:lnTo>
                    <a:pt x="179" y="805"/>
                  </a:lnTo>
                  <a:lnTo>
                    <a:pt x="146" y="808"/>
                  </a:lnTo>
                  <a:lnTo>
                    <a:pt x="109" y="810"/>
                  </a:lnTo>
                  <a:lnTo>
                    <a:pt x="74" y="810"/>
                  </a:lnTo>
                  <a:lnTo>
                    <a:pt x="36" y="808"/>
                  </a:lnTo>
                  <a:lnTo>
                    <a:pt x="0" y="805"/>
                  </a:lnTo>
                  <a:lnTo>
                    <a:pt x="0" y="805"/>
                  </a:lnTo>
                  <a:lnTo>
                    <a:pt x="23" y="818"/>
                  </a:lnTo>
                  <a:lnTo>
                    <a:pt x="50" y="829"/>
                  </a:lnTo>
                  <a:lnTo>
                    <a:pt x="81" y="838"/>
                  </a:lnTo>
                  <a:lnTo>
                    <a:pt x="111" y="846"/>
                  </a:lnTo>
                  <a:lnTo>
                    <a:pt x="143" y="851"/>
                  </a:lnTo>
                  <a:lnTo>
                    <a:pt x="176" y="856"/>
                  </a:lnTo>
                  <a:lnTo>
                    <a:pt x="209" y="858"/>
                  </a:lnTo>
                  <a:lnTo>
                    <a:pt x="241" y="858"/>
                  </a:lnTo>
                  <a:lnTo>
                    <a:pt x="275" y="854"/>
                  </a:lnTo>
                  <a:lnTo>
                    <a:pt x="305" y="850"/>
                  </a:lnTo>
                  <a:lnTo>
                    <a:pt x="335" y="842"/>
                  </a:lnTo>
                  <a:lnTo>
                    <a:pt x="364" y="832"/>
                  </a:lnTo>
                  <a:lnTo>
                    <a:pt x="389" y="819"/>
                  </a:lnTo>
                  <a:lnTo>
                    <a:pt x="402" y="813"/>
                  </a:lnTo>
                  <a:lnTo>
                    <a:pt x="413" y="805"/>
                  </a:lnTo>
                  <a:lnTo>
                    <a:pt x="423" y="797"/>
                  </a:lnTo>
                  <a:lnTo>
                    <a:pt x="432" y="788"/>
                  </a:lnTo>
                  <a:lnTo>
                    <a:pt x="442" y="776"/>
                  </a:lnTo>
                  <a:lnTo>
                    <a:pt x="448" y="767"/>
                  </a:lnTo>
                  <a:lnTo>
                    <a:pt x="448" y="767"/>
                  </a:lnTo>
                  <a:lnTo>
                    <a:pt x="453" y="770"/>
                  </a:lnTo>
                  <a:lnTo>
                    <a:pt x="454" y="776"/>
                  </a:lnTo>
                  <a:lnTo>
                    <a:pt x="456" y="789"/>
                  </a:lnTo>
                  <a:lnTo>
                    <a:pt x="456" y="821"/>
                  </a:lnTo>
                  <a:lnTo>
                    <a:pt x="456" y="821"/>
                  </a:lnTo>
                  <a:lnTo>
                    <a:pt x="469" y="818"/>
                  </a:lnTo>
                  <a:lnTo>
                    <a:pt x="481" y="813"/>
                  </a:lnTo>
                  <a:lnTo>
                    <a:pt x="491" y="808"/>
                  </a:lnTo>
                  <a:lnTo>
                    <a:pt x="501" y="800"/>
                  </a:lnTo>
                  <a:lnTo>
                    <a:pt x="510" y="794"/>
                  </a:lnTo>
                  <a:lnTo>
                    <a:pt x="518" y="786"/>
                  </a:lnTo>
                  <a:lnTo>
                    <a:pt x="531" y="767"/>
                  </a:lnTo>
                  <a:lnTo>
                    <a:pt x="543" y="748"/>
                  </a:lnTo>
                  <a:lnTo>
                    <a:pt x="556" y="727"/>
                  </a:lnTo>
                  <a:lnTo>
                    <a:pt x="567" y="708"/>
                  </a:lnTo>
                  <a:lnTo>
                    <a:pt x="580" y="689"/>
                  </a:lnTo>
                  <a:lnTo>
                    <a:pt x="580" y="689"/>
                  </a:lnTo>
                  <a:lnTo>
                    <a:pt x="588" y="690"/>
                  </a:lnTo>
                  <a:lnTo>
                    <a:pt x="593" y="694"/>
                  </a:lnTo>
                  <a:lnTo>
                    <a:pt x="596" y="700"/>
                  </a:lnTo>
                  <a:lnTo>
                    <a:pt x="599" y="705"/>
                  </a:lnTo>
                  <a:lnTo>
                    <a:pt x="602" y="711"/>
                  </a:lnTo>
                  <a:lnTo>
                    <a:pt x="606" y="716"/>
                  </a:lnTo>
                  <a:lnTo>
                    <a:pt x="612" y="719"/>
                  </a:lnTo>
                  <a:lnTo>
                    <a:pt x="620" y="719"/>
                  </a:lnTo>
                  <a:lnTo>
                    <a:pt x="620" y="719"/>
                  </a:lnTo>
                  <a:lnTo>
                    <a:pt x="639" y="702"/>
                  </a:lnTo>
                  <a:lnTo>
                    <a:pt x="658" y="681"/>
                  </a:lnTo>
                  <a:lnTo>
                    <a:pt x="674" y="659"/>
                  </a:lnTo>
                  <a:lnTo>
                    <a:pt x="688" y="635"/>
                  </a:lnTo>
                  <a:lnTo>
                    <a:pt x="701" y="611"/>
                  </a:lnTo>
                  <a:lnTo>
                    <a:pt x="714" y="584"/>
                  </a:lnTo>
                  <a:lnTo>
                    <a:pt x="725" y="557"/>
                  </a:lnTo>
                  <a:lnTo>
                    <a:pt x="734" y="530"/>
                  </a:lnTo>
                  <a:lnTo>
                    <a:pt x="753" y="471"/>
                  </a:lnTo>
                  <a:lnTo>
                    <a:pt x="773" y="414"/>
                  </a:lnTo>
                  <a:lnTo>
                    <a:pt x="792" y="356"/>
                  </a:lnTo>
                  <a:lnTo>
                    <a:pt x="803" y="328"/>
                  </a:lnTo>
                  <a:lnTo>
                    <a:pt x="814" y="301"/>
                  </a:lnTo>
                  <a:lnTo>
                    <a:pt x="814" y="301"/>
                  </a:lnTo>
                  <a:lnTo>
                    <a:pt x="833" y="304"/>
                  </a:lnTo>
                  <a:lnTo>
                    <a:pt x="855" y="307"/>
                  </a:lnTo>
                  <a:lnTo>
                    <a:pt x="876" y="309"/>
                  </a:lnTo>
                  <a:lnTo>
                    <a:pt x="898" y="309"/>
                  </a:lnTo>
                  <a:lnTo>
                    <a:pt x="919" y="305"/>
                  </a:lnTo>
                  <a:lnTo>
                    <a:pt x="940" y="304"/>
                  </a:lnTo>
                  <a:lnTo>
                    <a:pt x="959" y="299"/>
                  </a:lnTo>
                  <a:lnTo>
                    <a:pt x="976" y="293"/>
                  </a:lnTo>
                  <a:lnTo>
                    <a:pt x="976" y="293"/>
                  </a:lnTo>
                  <a:lnTo>
                    <a:pt x="973" y="282"/>
                  </a:lnTo>
                  <a:lnTo>
                    <a:pt x="968" y="270"/>
                  </a:lnTo>
                  <a:lnTo>
                    <a:pt x="960" y="263"/>
                  </a:lnTo>
                  <a:lnTo>
                    <a:pt x="951" y="253"/>
                  </a:lnTo>
                  <a:lnTo>
                    <a:pt x="940" y="247"/>
                  </a:lnTo>
                  <a:lnTo>
                    <a:pt x="925" y="240"/>
                  </a:lnTo>
                  <a:lnTo>
                    <a:pt x="895" y="229"/>
                  </a:lnTo>
                  <a:lnTo>
                    <a:pt x="862" y="220"/>
                  </a:lnTo>
                  <a:lnTo>
                    <a:pt x="828" y="212"/>
                  </a:lnTo>
                  <a:lnTo>
                    <a:pt x="795" y="202"/>
                  </a:lnTo>
                  <a:lnTo>
                    <a:pt x="766" y="193"/>
                  </a:lnTo>
                  <a:lnTo>
                    <a:pt x="766" y="193"/>
                  </a:lnTo>
                  <a:lnTo>
                    <a:pt x="790" y="188"/>
                  </a:lnTo>
                  <a:lnTo>
                    <a:pt x="814" y="185"/>
                  </a:lnTo>
                  <a:lnTo>
                    <a:pt x="839" y="180"/>
                  </a:lnTo>
                  <a:lnTo>
                    <a:pt x="863" y="175"/>
                  </a:lnTo>
                  <a:lnTo>
                    <a:pt x="884" y="169"/>
                  </a:lnTo>
                  <a:lnTo>
                    <a:pt x="893" y="165"/>
                  </a:lnTo>
                  <a:lnTo>
                    <a:pt x="903" y="161"/>
                  </a:lnTo>
                  <a:lnTo>
                    <a:pt x="911" y="154"/>
                  </a:lnTo>
                  <a:lnTo>
                    <a:pt x="919" y="148"/>
                  </a:lnTo>
                  <a:lnTo>
                    <a:pt x="925" y="140"/>
                  </a:lnTo>
                  <a:lnTo>
                    <a:pt x="930" y="130"/>
                  </a:lnTo>
                  <a:lnTo>
                    <a:pt x="930" y="130"/>
                  </a:lnTo>
                  <a:lnTo>
                    <a:pt x="922" y="126"/>
                  </a:lnTo>
                  <a:lnTo>
                    <a:pt x="914" y="123"/>
                  </a:lnTo>
                  <a:lnTo>
                    <a:pt x="897" y="116"/>
                  </a:lnTo>
                  <a:lnTo>
                    <a:pt x="878" y="113"/>
                  </a:lnTo>
                  <a:lnTo>
                    <a:pt x="855" y="111"/>
                  </a:lnTo>
                  <a:lnTo>
                    <a:pt x="835" y="110"/>
                  </a:lnTo>
                  <a:lnTo>
                    <a:pt x="814" y="107"/>
                  </a:lnTo>
                  <a:lnTo>
                    <a:pt x="796" y="100"/>
                  </a:lnTo>
                  <a:lnTo>
                    <a:pt x="788" y="97"/>
                  </a:lnTo>
                  <a:lnTo>
                    <a:pt x="782" y="92"/>
                  </a:lnTo>
                  <a:lnTo>
                    <a:pt x="782" y="92"/>
                  </a:lnTo>
                  <a:lnTo>
                    <a:pt x="819" y="86"/>
                  </a:lnTo>
                  <a:lnTo>
                    <a:pt x="838" y="83"/>
                  </a:lnTo>
                  <a:lnTo>
                    <a:pt x="854" y="78"/>
                  </a:lnTo>
                  <a:lnTo>
                    <a:pt x="868" y="70"/>
                  </a:lnTo>
                  <a:lnTo>
                    <a:pt x="874" y="65"/>
                  </a:lnTo>
                  <a:lnTo>
                    <a:pt x="879" y="60"/>
                  </a:lnTo>
                  <a:lnTo>
                    <a:pt x="884" y="54"/>
                  </a:lnTo>
                  <a:lnTo>
                    <a:pt x="887" y="48"/>
                  </a:lnTo>
                  <a:lnTo>
                    <a:pt x="890" y="38"/>
                  </a:lnTo>
                  <a:lnTo>
                    <a:pt x="890" y="30"/>
                  </a:lnTo>
                  <a:lnTo>
                    <a:pt x="890" y="30"/>
                  </a:lnTo>
                  <a:lnTo>
                    <a:pt x="871" y="25"/>
                  </a:lnTo>
                  <a:lnTo>
                    <a:pt x="850" y="22"/>
                  </a:lnTo>
                  <a:lnTo>
                    <a:pt x="806" y="18"/>
                  </a:lnTo>
                  <a:lnTo>
                    <a:pt x="761" y="13"/>
                  </a:lnTo>
                  <a:lnTo>
                    <a:pt x="741" y="10"/>
                  </a:lnTo>
                  <a:lnTo>
                    <a:pt x="720" y="6"/>
                  </a:lnTo>
                  <a:lnTo>
                    <a:pt x="720" y="6"/>
                  </a:lnTo>
                  <a:lnTo>
                    <a:pt x="742" y="0"/>
                  </a:lnTo>
                  <a:lnTo>
                    <a:pt x="666" y="0"/>
                  </a:lnTo>
                  <a:lnTo>
                    <a:pt x="666" y="0"/>
                  </a:lnTo>
                  <a:lnTo>
                    <a:pt x="677" y="11"/>
                  </a:lnTo>
                  <a:lnTo>
                    <a:pt x="688" y="22"/>
                  </a:lnTo>
                  <a:lnTo>
                    <a:pt x="698" y="37"/>
                  </a:lnTo>
                  <a:lnTo>
                    <a:pt x="706" y="49"/>
                  </a:lnTo>
                  <a:lnTo>
                    <a:pt x="712" y="65"/>
                  </a:lnTo>
                  <a:lnTo>
                    <a:pt x="718" y="80"/>
                  </a:lnTo>
                  <a:lnTo>
                    <a:pt x="723" y="95"/>
                  </a:lnTo>
                  <a:lnTo>
                    <a:pt x="728" y="111"/>
                  </a:lnTo>
                  <a:lnTo>
                    <a:pt x="730" y="127"/>
                  </a:lnTo>
                  <a:lnTo>
                    <a:pt x="731" y="145"/>
                  </a:lnTo>
                  <a:lnTo>
                    <a:pt x="731" y="162"/>
                  </a:lnTo>
                  <a:lnTo>
                    <a:pt x="731" y="178"/>
                  </a:lnTo>
                  <a:lnTo>
                    <a:pt x="728" y="196"/>
                  </a:lnTo>
                  <a:lnTo>
                    <a:pt x="725" y="213"/>
                  </a:lnTo>
                  <a:lnTo>
                    <a:pt x="718" y="229"/>
                  </a:lnTo>
                  <a:lnTo>
                    <a:pt x="712" y="247"/>
                  </a:lnTo>
                  <a:lnTo>
                    <a:pt x="712" y="247"/>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20" name=""/>
            <p:cNvSpPr/>
            <p:nvPr/>
          </p:nvSpPr>
          <p:spPr>
            <a:xfrm>
              <a:off x="6215063" y="0"/>
              <a:ext cx="2151062" cy="2012950"/>
            </a:xfrm>
            <a:custGeom>
              <a:avLst/>
              <a:gdLst/>
              <a:cxnLst>
                <a:cxn ang="0">
                  <a:pos x="792" y="220"/>
                </a:cxn>
                <a:cxn ang="0">
                  <a:pos x="617" y="318"/>
                </a:cxn>
                <a:cxn ang="0">
                  <a:pos x="536" y="410"/>
                </a:cxn>
                <a:cxn ang="0">
                  <a:pos x="490" y="509"/>
                </a:cxn>
                <a:cxn ang="0">
                  <a:pos x="464" y="627"/>
                </a:cxn>
                <a:cxn ang="0">
                  <a:pos x="469" y="767"/>
                </a:cxn>
                <a:cxn ang="0">
                  <a:pos x="472" y="899"/>
                </a:cxn>
                <a:cxn ang="0">
                  <a:pos x="431" y="1034"/>
                </a:cxn>
                <a:cxn ang="0">
                  <a:pos x="353" y="1142"/>
                </a:cxn>
                <a:cxn ang="0">
                  <a:pos x="253" y="1209"/>
                </a:cxn>
                <a:cxn ang="0">
                  <a:pos x="181" y="1225"/>
                </a:cxn>
                <a:cxn ang="0">
                  <a:pos x="110" y="1211"/>
                </a:cxn>
                <a:cxn ang="0">
                  <a:pos x="57" y="1171"/>
                </a:cxn>
                <a:cxn ang="0">
                  <a:pos x="35" y="1130"/>
                </a:cxn>
                <a:cxn ang="0">
                  <a:pos x="33" y="1052"/>
                </a:cxn>
                <a:cxn ang="0">
                  <a:pos x="14" y="1007"/>
                </a:cxn>
                <a:cxn ang="0">
                  <a:pos x="0" y="1087"/>
                </a:cxn>
                <a:cxn ang="0">
                  <a:pos x="32" y="1184"/>
                </a:cxn>
                <a:cxn ang="0">
                  <a:pos x="99" y="1250"/>
                </a:cxn>
                <a:cxn ang="0">
                  <a:pos x="169" y="1268"/>
                </a:cxn>
                <a:cxn ang="0">
                  <a:pos x="254" y="1257"/>
                </a:cxn>
                <a:cxn ang="0">
                  <a:pos x="332" y="1220"/>
                </a:cxn>
                <a:cxn ang="0">
                  <a:pos x="450" y="1090"/>
                </a:cxn>
                <a:cxn ang="0">
                  <a:pos x="496" y="929"/>
                </a:cxn>
                <a:cxn ang="0">
                  <a:pos x="538" y="935"/>
                </a:cxn>
                <a:cxn ang="0">
                  <a:pos x="563" y="921"/>
                </a:cxn>
                <a:cxn ang="0">
                  <a:pos x="558" y="862"/>
                </a:cxn>
                <a:cxn ang="0">
                  <a:pos x="589" y="848"/>
                </a:cxn>
                <a:cxn ang="0">
                  <a:pos x="612" y="813"/>
                </a:cxn>
                <a:cxn ang="0">
                  <a:pos x="581" y="757"/>
                </a:cxn>
                <a:cxn ang="0">
                  <a:pos x="530" y="690"/>
                </a:cxn>
                <a:cxn ang="0">
                  <a:pos x="517" y="608"/>
                </a:cxn>
                <a:cxn ang="0">
                  <a:pos x="534" y="498"/>
                </a:cxn>
                <a:cxn ang="0">
                  <a:pos x="587" y="407"/>
                </a:cxn>
                <a:cxn ang="0">
                  <a:pos x="663" y="334"/>
                </a:cxn>
                <a:cxn ang="0">
                  <a:pos x="854" y="235"/>
                </a:cxn>
                <a:cxn ang="0">
                  <a:pos x="964" y="235"/>
                </a:cxn>
                <a:cxn ang="0">
                  <a:pos x="1045" y="258"/>
                </a:cxn>
                <a:cxn ang="0">
                  <a:pos x="1121" y="243"/>
                </a:cxn>
                <a:cxn ang="0">
                  <a:pos x="1228" y="165"/>
                </a:cxn>
                <a:cxn ang="0">
                  <a:pos x="1355" y="0"/>
                </a:cxn>
                <a:cxn ang="0">
                  <a:pos x="1242" y="29"/>
                </a:cxn>
                <a:cxn ang="0">
                  <a:pos x="1271" y="60"/>
                </a:cxn>
                <a:cxn ang="0">
                  <a:pos x="1226" y="60"/>
                </a:cxn>
                <a:cxn ang="0">
                  <a:pos x="1198" y="27"/>
                </a:cxn>
                <a:cxn ang="0">
                  <a:pos x="1137" y="18"/>
                </a:cxn>
                <a:cxn ang="0">
                  <a:pos x="1188" y="89"/>
                </a:cxn>
                <a:cxn ang="0">
                  <a:pos x="1158" y="153"/>
                </a:cxn>
                <a:cxn ang="0">
                  <a:pos x="1072" y="188"/>
                </a:cxn>
                <a:cxn ang="0">
                  <a:pos x="1045" y="169"/>
                </a:cxn>
                <a:cxn ang="0">
                  <a:pos x="1153" y="97"/>
                </a:cxn>
                <a:cxn ang="0">
                  <a:pos x="1142" y="70"/>
                </a:cxn>
                <a:cxn ang="0">
                  <a:pos x="1059" y="107"/>
                </a:cxn>
                <a:cxn ang="0">
                  <a:pos x="991" y="119"/>
                </a:cxn>
                <a:cxn ang="0">
                  <a:pos x="1001" y="92"/>
                </a:cxn>
                <a:cxn ang="0">
                  <a:pos x="1086" y="59"/>
                </a:cxn>
                <a:cxn ang="0">
                  <a:pos x="1125" y="22"/>
                </a:cxn>
                <a:cxn ang="0">
                  <a:pos x="1096" y="19"/>
                </a:cxn>
                <a:cxn ang="0">
                  <a:pos x="1016" y="38"/>
                </a:cxn>
                <a:cxn ang="0">
                  <a:pos x="1002" y="19"/>
                </a:cxn>
                <a:cxn ang="0">
                  <a:pos x="940" y="0"/>
                </a:cxn>
                <a:cxn ang="0">
                  <a:pos x="899" y="110"/>
                </a:cxn>
              </a:cxnLst>
              <a:rect l="0" t="0" r="r" b="b"/>
              <a:pathLst>
                <a:path w="1355" h="1268">
                  <a:moveTo>
                    <a:pt x="915" y="193"/>
                  </a:moveTo>
                  <a:lnTo>
                    <a:pt x="915" y="193"/>
                  </a:lnTo>
                  <a:lnTo>
                    <a:pt x="873" y="199"/>
                  </a:lnTo>
                  <a:lnTo>
                    <a:pt x="832" y="208"/>
                  </a:lnTo>
                  <a:lnTo>
                    <a:pt x="792" y="220"/>
                  </a:lnTo>
                  <a:lnTo>
                    <a:pt x="754" y="234"/>
                  </a:lnTo>
                  <a:lnTo>
                    <a:pt x="717" y="251"/>
                  </a:lnTo>
                  <a:lnTo>
                    <a:pt x="681" y="270"/>
                  </a:lnTo>
                  <a:lnTo>
                    <a:pt x="647" y="293"/>
                  </a:lnTo>
                  <a:lnTo>
                    <a:pt x="617" y="318"/>
                  </a:lnTo>
                  <a:lnTo>
                    <a:pt x="587" y="345"/>
                  </a:lnTo>
                  <a:lnTo>
                    <a:pt x="574" y="361"/>
                  </a:lnTo>
                  <a:lnTo>
                    <a:pt x="560" y="377"/>
                  </a:lnTo>
                  <a:lnTo>
                    <a:pt x="549" y="393"/>
                  </a:lnTo>
                  <a:lnTo>
                    <a:pt x="536" y="410"/>
                  </a:lnTo>
                  <a:lnTo>
                    <a:pt x="525" y="428"/>
                  </a:lnTo>
                  <a:lnTo>
                    <a:pt x="515" y="447"/>
                  </a:lnTo>
                  <a:lnTo>
                    <a:pt x="506" y="466"/>
                  </a:lnTo>
                  <a:lnTo>
                    <a:pt x="498" y="487"/>
                  </a:lnTo>
                  <a:lnTo>
                    <a:pt x="490" y="509"/>
                  </a:lnTo>
                  <a:lnTo>
                    <a:pt x="484" y="530"/>
                  </a:lnTo>
                  <a:lnTo>
                    <a:pt x="477" y="554"/>
                  </a:lnTo>
                  <a:lnTo>
                    <a:pt x="472" y="578"/>
                  </a:lnTo>
                  <a:lnTo>
                    <a:pt x="468" y="601"/>
                  </a:lnTo>
                  <a:lnTo>
                    <a:pt x="464" y="627"/>
                  </a:lnTo>
                  <a:lnTo>
                    <a:pt x="464" y="627"/>
                  </a:lnTo>
                  <a:lnTo>
                    <a:pt x="463" y="663"/>
                  </a:lnTo>
                  <a:lnTo>
                    <a:pt x="463" y="698"/>
                  </a:lnTo>
                  <a:lnTo>
                    <a:pt x="466" y="733"/>
                  </a:lnTo>
                  <a:lnTo>
                    <a:pt x="469" y="767"/>
                  </a:lnTo>
                  <a:lnTo>
                    <a:pt x="472" y="799"/>
                  </a:lnTo>
                  <a:lnTo>
                    <a:pt x="474" y="832"/>
                  </a:lnTo>
                  <a:lnTo>
                    <a:pt x="476" y="865"/>
                  </a:lnTo>
                  <a:lnTo>
                    <a:pt x="472" y="899"/>
                  </a:lnTo>
                  <a:lnTo>
                    <a:pt x="472" y="899"/>
                  </a:lnTo>
                  <a:lnTo>
                    <a:pt x="468" y="928"/>
                  </a:lnTo>
                  <a:lnTo>
                    <a:pt x="461" y="955"/>
                  </a:lnTo>
                  <a:lnTo>
                    <a:pt x="453" y="982"/>
                  </a:lnTo>
                  <a:lnTo>
                    <a:pt x="444" y="1009"/>
                  </a:lnTo>
                  <a:lnTo>
                    <a:pt x="431" y="1034"/>
                  </a:lnTo>
                  <a:lnTo>
                    <a:pt x="418" y="1058"/>
                  </a:lnTo>
                  <a:lnTo>
                    <a:pt x="404" y="1082"/>
                  </a:lnTo>
                  <a:lnTo>
                    <a:pt x="388" y="1104"/>
                  </a:lnTo>
                  <a:lnTo>
                    <a:pt x="371" y="1123"/>
                  </a:lnTo>
                  <a:lnTo>
                    <a:pt x="353" y="1142"/>
                  </a:lnTo>
                  <a:lnTo>
                    <a:pt x="334" y="1160"/>
                  </a:lnTo>
                  <a:lnTo>
                    <a:pt x="315" y="1176"/>
                  </a:lnTo>
                  <a:lnTo>
                    <a:pt x="294" y="1188"/>
                  </a:lnTo>
                  <a:lnTo>
                    <a:pt x="274" y="1200"/>
                  </a:lnTo>
                  <a:lnTo>
                    <a:pt x="253" y="1209"/>
                  </a:lnTo>
                  <a:lnTo>
                    <a:pt x="232" y="1217"/>
                  </a:lnTo>
                  <a:lnTo>
                    <a:pt x="232" y="1217"/>
                  </a:lnTo>
                  <a:lnTo>
                    <a:pt x="215" y="1220"/>
                  </a:lnTo>
                  <a:lnTo>
                    <a:pt x="197" y="1223"/>
                  </a:lnTo>
                  <a:lnTo>
                    <a:pt x="181" y="1225"/>
                  </a:lnTo>
                  <a:lnTo>
                    <a:pt x="165" y="1225"/>
                  </a:lnTo>
                  <a:lnTo>
                    <a:pt x="150" y="1223"/>
                  </a:lnTo>
                  <a:lnTo>
                    <a:pt x="135" y="1220"/>
                  </a:lnTo>
                  <a:lnTo>
                    <a:pt x="122" y="1215"/>
                  </a:lnTo>
                  <a:lnTo>
                    <a:pt x="110" y="1211"/>
                  </a:lnTo>
                  <a:lnTo>
                    <a:pt x="97" y="1204"/>
                  </a:lnTo>
                  <a:lnTo>
                    <a:pt x="86" y="1198"/>
                  </a:lnTo>
                  <a:lnTo>
                    <a:pt x="75" y="1190"/>
                  </a:lnTo>
                  <a:lnTo>
                    <a:pt x="65" y="1180"/>
                  </a:lnTo>
                  <a:lnTo>
                    <a:pt x="57" y="1171"/>
                  </a:lnTo>
                  <a:lnTo>
                    <a:pt x="49" y="1161"/>
                  </a:lnTo>
                  <a:lnTo>
                    <a:pt x="43" y="1150"/>
                  </a:lnTo>
                  <a:lnTo>
                    <a:pt x="38" y="1139"/>
                  </a:lnTo>
                  <a:lnTo>
                    <a:pt x="38" y="1139"/>
                  </a:lnTo>
                  <a:lnTo>
                    <a:pt x="35" y="1130"/>
                  </a:lnTo>
                  <a:lnTo>
                    <a:pt x="33" y="1122"/>
                  </a:lnTo>
                  <a:lnTo>
                    <a:pt x="32" y="1104"/>
                  </a:lnTo>
                  <a:lnTo>
                    <a:pt x="32" y="1085"/>
                  </a:lnTo>
                  <a:lnTo>
                    <a:pt x="33" y="1068"/>
                  </a:lnTo>
                  <a:lnTo>
                    <a:pt x="33" y="1052"/>
                  </a:lnTo>
                  <a:lnTo>
                    <a:pt x="30" y="1036"/>
                  </a:lnTo>
                  <a:lnTo>
                    <a:pt x="29" y="1028"/>
                  </a:lnTo>
                  <a:lnTo>
                    <a:pt x="25" y="1020"/>
                  </a:lnTo>
                  <a:lnTo>
                    <a:pt x="21" y="1013"/>
                  </a:lnTo>
                  <a:lnTo>
                    <a:pt x="14" y="1007"/>
                  </a:lnTo>
                  <a:lnTo>
                    <a:pt x="14" y="1007"/>
                  </a:lnTo>
                  <a:lnTo>
                    <a:pt x="8" y="1026"/>
                  </a:lnTo>
                  <a:lnTo>
                    <a:pt x="3" y="1045"/>
                  </a:lnTo>
                  <a:lnTo>
                    <a:pt x="0" y="1066"/>
                  </a:lnTo>
                  <a:lnTo>
                    <a:pt x="0" y="1087"/>
                  </a:lnTo>
                  <a:lnTo>
                    <a:pt x="3" y="1107"/>
                  </a:lnTo>
                  <a:lnTo>
                    <a:pt x="8" y="1126"/>
                  </a:lnTo>
                  <a:lnTo>
                    <a:pt x="14" y="1147"/>
                  </a:lnTo>
                  <a:lnTo>
                    <a:pt x="22" y="1166"/>
                  </a:lnTo>
                  <a:lnTo>
                    <a:pt x="32" y="1184"/>
                  </a:lnTo>
                  <a:lnTo>
                    <a:pt x="43" y="1200"/>
                  </a:lnTo>
                  <a:lnTo>
                    <a:pt x="56" y="1215"/>
                  </a:lnTo>
                  <a:lnTo>
                    <a:pt x="68" y="1230"/>
                  </a:lnTo>
                  <a:lnTo>
                    <a:pt x="84" y="1241"/>
                  </a:lnTo>
                  <a:lnTo>
                    <a:pt x="99" y="1250"/>
                  </a:lnTo>
                  <a:lnTo>
                    <a:pt x="115" y="1258"/>
                  </a:lnTo>
                  <a:lnTo>
                    <a:pt x="132" y="1263"/>
                  </a:lnTo>
                  <a:lnTo>
                    <a:pt x="132" y="1263"/>
                  </a:lnTo>
                  <a:lnTo>
                    <a:pt x="150" y="1266"/>
                  </a:lnTo>
                  <a:lnTo>
                    <a:pt x="169" y="1268"/>
                  </a:lnTo>
                  <a:lnTo>
                    <a:pt x="186" y="1268"/>
                  </a:lnTo>
                  <a:lnTo>
                    <a:pt x="204" y="1268"/>
                  </a:lnTo>
                  <a:lnTo>
                    <a:pt x="221" y="1265"/>
                  </a:lnTo>
                  <a:lnTo>
                    <a:pt x="239" y="1262"/>
                  </a:lnTo>
                  <a:lnTo>
                    <a:pt x="254" y="1257"/>
                  </a:lnTo>
                  <a:lnTo>
                    <a:pt x="272" y="1252"/>
                  </a:lnTo>
                  <a:lnTo>
                    <a:pt x="288" y="1246"/>
                  </a:lnTo>
                  <a:lnTo>
                    <a:pt x="304" y="1238"/>
                  </a:lnTo>
                  <a:lnTo>
                    <a:pt x="318" y="1228"/>
                  </a:lnTo>
                  <a:lnTo>
                    <a:pt x="332" y="1220"/>
                  </a:lnTo>
                  <a:lnTo>
                    <a:pt x="361" y="1198"/>
                  </a:lnTo>
                  <a:lnTo>
                    <a:pt x="387" y="1174"/>
                  </a:lnTo>
                  <a:lnTo>
                    <a:pt x="410" y="1147"/>
                  </a:lnTo>
                  <a:lnTo>
                    <a:pt x="431" y="1120"/>
                  </a:lnTo>
                  <a:lnTo>
                    <a:pt x="450" y="1090"/>
                  </a:lnTo>
                  <a:lnTo>
                    <a:pt x="466" y="1058"/>
                  </a:lnTo>
                  <a:lnTo>
                    <a:pt x="479" y="1026"/>
                  </a:lnTo>
                  <a:lnTo>
                    <a:pt x="487" y="993"/>
                  </a:lnTo>
                  <a:lnTo>
                    <a:pt x="493" y="961"/>
                  </a:lnTo>
                  <a:lnTo>
                    <a:pt x="496" y="929"/>
                  </a:lnTo>
                  <a:lnTo>
                    <a:pt x="496" y="929"/>
                  </a:lnTo>
                  <a:lnTo>
                    <a:pt x="506" y="929"/>
                  </a:lnTo>
                  <a:lnTo>
                    <a:pt x="515" y="929"/>
                  </a:lnTo>
                  <a:lnTo>
                    <a:pt x="530" y="934"/>
                  </a:lnTo>
                  <a:lnTo>
                    <a:pt x="538" y="935"/>
                  </a:lnTo>
                  <a:lnTo>
                    <a:pt x="544" y="937"/>
                  </a:lnTo>
                  <a:lnTo>
                    <a:pt x="550" y="934"/>
                  </a:lnTo>
                  <a:lnTo>
                    <a:pt x="558" y="929"/>
                  </a:lnTo>
                  <a:lnTo>
                    <a:pt x="558" y="929"/>
                  </a:lnTo>
                  <a:lnTo>
                    <a:pt x="563" y="921"/>
                  </a:lnTo>
                  <a:lnTo>
                    <a:pt x="566" y="912"/>
                  </a:lnTo>
                  <a:lnTo>
                    <a:pt x="566" y="902"/>
                  </a:lnTo>
                  <a:lnTo>
                    <a:pt x="565" y="893"/>
                  </a:lnTo>
                  <a:lnTo>
                    <a:pt x="560" y="873"/>
                  </a:lnTo>
                  <a:lnTo>
                    <a:pt x="558" y="862"/>
                  </a:lnTo>
                  <a:lnTo>
                    <a:pt x="558" y="851"/>
                  </a:lnTo>
                  <a:lnTo>
                    <a:pt x="558" y="851"/>
                  </a:lnTo>
                  <a:lnTo>
                    <a:pt x="569" y="853"/>
                  </a:lnTo>
                  <a:lnTo>
                    <a:pt x="581" y="851"/>
                  </a:lnTo>
                  <a:lnTo>
                    <a:pt x="589" y="848"/>
                  </a:lnTo>
                  <a:lnTo>
                    <a:pt x="596" y="843"/>
                  </a:lnTo>
                  <a:lnTo>
                    <a:pt x="601" y="837"/>
                  </a:lnTo>
                  <a:lnTo>
                    <a:pt x="606" y="830"/>
                  </a:lnTo>
                  <a:lnTo>
                    <a:pt x="609" y="823"/>
                  </a:lnTo>
                  <a:lnTo>
                    <a:pt x="612" y="813"/>
                  </a:lnTo>
                  <a:lnTo>
                    <a:pt x="612" y="813"/>
                  </a:lnTo>
                  <a:lnTo>
                    <a:pt x="608" y="802"/>
                  </a:lnTo>
                  <a:lnTo>
                    <a:pt x="604" y="791"/>
                  </a:lnTo>
                  <a:lnTo>
                    <a:pt x="593" y="773"/>
                  </a:lnTo>
                  <a:lnTo>
                    <a:pt x="581" y="757"/>
                  </a:lnTo>
                  <a:lnTo>
                    <a:pt x="568" y="745"/>
                  </a:lnTo>
                  <a:lnTo>
                    <a:pt x="555" y="730"/>
                  </a:lnTo>
                  <a:lnTo>
                    <a:pt x="544" y="716"/>
                  </a:lnTo>
                  <a:lnTo>
                    <a:pt x="533" y="700"/>
                  </a:lnTo>
                  <a:lnTo>
                    <a:pt x="530" y="690"/>
                  </a:lnTo>
                  <a:lnTo>
                    <a:pt x="526" y="681"/>
                  </a:lnTo>
                  <a:lnTo>
                    <a:pt x="526" y="681"/>
                  </a:lnTo>
                  <a:lnTo>
                    <a:pt x="522" y="655"/>
                  </a:lnTo>
                  <a:lnTo>
                    <a:pt x="519" y="632"/>
                  </a:lnTo>
                  <a:lnTo>
                    <a:pt x="517" y="608"/>
                  </a:lnTo>
                  <a:lnTo>
                    <a:pt x="517" y="584"/>
                  </a:lnTo>
                  <a:lnTo>
                    <a:pt x="520" y="562"/>
                  </a:lnTo>
                  <a:lnTo>
                    <a:pt x="523" y="539"/>
                  </a:lnTo>
                  <a:lnTo>
                    <a:pt x="528" y="519"/>
                  </a:lnTo>
                  <a:lnTo>
                    <a:pt x="534" y="498"/>
                  </a:lnTo>
                  <a:lnTo>
                    <a:pt x="542" y="479"/>
                  </a:lnTo>
                  <a:lnTo>
                    <a:pt x="552" y="460"/>
                  </a:lnTo>
                  <a:lnTo>
                    <a:pt x="563" y="442"/>
                  </a:lnTo>
                  <a:lnTo>
                    <a:pt x="574" y="425"/>
                  </a:lnTo>
                  <a:lnTo>
                    <a:pt x="587" y="407"/>
                  </a:lnTo>
                  <a:lnTo>
                    <a:pt x="600" y="391"/>
                  </a:lnTo>
                  <a:lnTo>
                    <a:pt x="616" y="375"/>
                  </a:lnTo>
                  <a:lnTo>
                    <a:pt x="630" y="361"/>
                  </a:lnTo>
                  <a:lnTo>
                    <a:pt x="646" y="347"/>
                  </a:lnTo>
                  <a:lnTo>
                    <a:pt x="663" y="334"/>
                  </a:lnTo>
                  <a:lnTo>
                    <a:pt x="698" y="309"/>
                  </a:lnTo>
                  <a:lnTo>
                    <a:pt x="736" y="286"/>
                  </a:lnTo>
                  <a:lnTo>
                    <a:pt x="775" y="267"/>
                  </a:lnTo>
                  <a:lnTo>
                    <a:pt x="814" y="250"/>
                  </a:lnTo>
                  <a:lnTo>
                    <a:pt x="854" y="235"/>
                  </a:lnTo>
                  <a:lnTo>
                    <a:pt x="892" y="224"/>
                  </a:lnTo>
                  <a:lnTo>
                    <a:pt x="931" y="216"/>
                  </a:lnTo>
                  <a:lnTo>
                    <a:pt x="931" y="216"/>
                  </a:lnTo>
                  <a:lnTo>
                    <a:pt x="948" y="228"/>
                  </a:lnTo>
                  <a:lnTo>
                    <a:pt x="964" y="235"/>
                  </a:lnTo>
                  <a:lnTo>
                    <a:pt x="981" y="243"/>
                  </a:lnTo>
                  <a:lnTo>
                    <a:pt x="997" y="250"/>
                  </a:lnTo>
                  <a:lnTo>
                    <a:pt x="1013" y="253"/>
                  </a:lnTo>
                  <a:lnTo>
                    <a:pt x="1029" y="256"/>
                  </a:lnTo>
                  <a:lnTo>
                    <a:pt x="1045" y="258"/>
                  </a:lnTo>
                  <a:lnTo>
                    <a:pt x="1061" y="258"/>
                  </a:lnTo>
                  <a:lnTo>
                    <a:pt x="1077" y="255"/>
                  </a:lnTo>
                  <a:lnTo>
                    <a:pt x="1091" y="253"/>
                  </a:lnTo>
                  <a:lnTo>
                    <a:pt x="1107" y="248"/>
                  </a:lnTo>
                  <a:lnTo>
                    <a:pt x="1121" y="243"/>
                  </a:lnTo>
                  <a:lnTo>
                    <a:pt x="1136" y="235"/>
                  </a:lnTo>
                  <a:lnTo>
                    <a:pt x="1150" y="229"/>
                  </a:lnTo>
                  <a:lnTo>
                    <a:pt x="1177" y="212"/>
                  </a:lnTo>
                  <a:lnTo>
                    <a:pt x="1203" y="189"/>
                  </a:lnTo>
                  <a:lnTo>
                    <a:pt x="1228" y="165"/>
                  </a:lnTo>
                  <a:lnTo>
                    <a:pt x="1252" y="140"/>
                  </a:lnTo>
                  <a:lnTo>
                    <a:pt x="1276" y="113"/>
                  </a:lnTo>
                  <a:lnTo>
                    <a:pt x="1296" y="84"/>
                  </a:lnTo>
                  <a:lnTo>
                    <a:pt x="1317" y="56"/>
                  </a:lnTo>
                  <a:lnTo>
                    <a:pt x="1355" y="0"/>
                  </a:lnTo>
                  <a:lnTo>
                    <a:pt x="1212" y="0"/>
                  </a:lnTo>
                  <a:lnTo>
                    <a:pt x="1212" y="0"/>
                  </a:lnTo>
                  <a:lnTo>
                    <a:pt x="1218" y="8"/>
                  </a:lnTo>
                  <a:lnTo>
                    <a:pt x="1226" y="16"/>
                  </a:lnTo>
                  <a:lnTo>
                    <a:pt x="1242" y="29"/>
                  </a:lnTo>
                  <a:lnTo>
                    <a:pt x="1252" y="35"/>
                  </a:lnTo>
                  <a:lnTo>
                    <a:pt x="1260" y="43"/>
                  </a:lnTo>
                  <a:lnTo>
                    <a:pt x="1266" y="51"/>
                  </a:lnTo>
                  <a:lnTo>
                    <a:pt x="1271" y="60"/>
                  </a:lnTo>
                  <a:lnTo>
                    <a:pt x="1271" y="60"/>
                  </a:lnTo>
                  <a:lnTo>
                    <a:pt x="1260" y="62"/>
                  </a:lnTo>
                  <a:lnTo>
                    <a:pt x="1250" y="64"/>
                  </a:lnTo>
                  <a:lnTo>
                    <a:pt x="1242" y="64"/>
                  </a:lnTo>
                  <a:lnTo>
                    <a:pt x="1234" y="62"/>
                  </a:lnTo>
                  <a:lnTo>
                    <a:pt x="1226" y="60"/>
                  </a:lnTo>
                  <a:lnTo>
                    <a:pt x="1222" y="57"/>
                  </a:lnTo>
                  <a:lnTo>
                    <a:pt x="1215" y="54"/>
                  </a:lnTo>
                  <a:lnTo>
                    <a:pt x="1210" y="49"/>
                  </a:lnTo>
                  <a:lnTo>
                    <a:pt x="1204" y="38"/>
                  </a:lnTo>
                  <a:lnTo>
                    <a:pt x="1198" y="27"/>
                  </a:lnTo>
                  <a:lnTo>
                    <a:pt x="1188" y="0"/>
                  </a:lnTo>
                  <a:lnTo>
                    <a:pt x="1136" y="0"/>
                  </a:lnTo>
                  <a:lnTo>
                    <a:pt x="1136" y="0"/>
                  </a:lnTo>
                  <a:lnTo>
                    <a:pt x="1136" y="8"/>
                  </a:lnTo>
                  <a:lnTo>
                    <a:pt x="1137" y="18"/>
                  </a:lnTo>
                  <a:lnTo>
                    <a:pt x="1144" y="33"/>
                  </a:lnTo>
                  <a:lnTo>
                    <a:pt x="1152" y="49"/>
                  </a:lnTo>
                  <a:lnTo>
                    <a:pt x="1163" y="64"/>
                  </a:lnTo>
                  <a:lnTo>
                    <a:pt x="1175" y="78"/>
                  </a:lnTo>
                  <a:lnTo>
                    <a:pt x="1188" y="89"/>
                  </a:lnTo>
                  <a:lnTo>
                    <a:pt x="1203" y="99"/>
                  </a:lnTo>
                  <a:lnTo>
                    <a:pt x="1217" y="107"/>
                  </a:lnTo>
                  <a:lnTo>
                    <a:pt x="1217" y="107"/>
                  </a:lnTo>
                  <a:lnTo>
                    <a:pt x="1179" y="137"/>
                  </a:lnTo>
                  <a:lnTo>
                    <a:pt x="1158" y="153"/>
                  </a:lnTo>
                  <a:lnTo>
                    <a:pt x="1134" y="165"/>
                  </a:lnTo>
                  <a:lnTo>
                    <a:pt x="1110" y="178"/>
                  </a:lnTo>
                  <a:lnTo>
                    <a:pt x="1098" y="181"/>
                  </a:lnTo>
                  <a:lnTo>
                    <a:pt x="1085" y="185"/>
                  </a:lnTo>
                  <a:lnTo>
                    <a:pt x="1072" y="188"/>
                  </a:lnTo>
                  <a:lnTo>
                    <a:pt x="1059" y="188"/>
                  </a:lnTo>
                  <a:lnTo>
                    <a:pt x="1045" y="188"/>
                  </a:lnTo>
                  <a:lnTo>
                    <a:pt x="1031" y="185"/>
                  </a:lnTo>
                  <a:lnTo>
                    <a:pt x="1031" y="185"/>
                  </a:lnTo>
                  <a:lnTo>
                    <a:pt x="1045" y="169"/>
                  </a:lnTo>
                  <a:lnTo>
                    <a:pt x="1061" y="156"/>
                  </a:lnTo>
                  <a:lnTo>
                    <a:pt x="1080" y="143"/>
                  </a:lnTo>
                  <a:lnTo>
                    <a:pt x="1098" y="132"/>
                  </a:lnTo>
                  <a:lnTo>
                    <a:pt x="1136" y="110"/>
                  </a:lnTo>
                  <a:lnTo>
                    <a:pt x="1153" y="97"/>
                  </a:lnTo>
                  <a:lnTo>
                    <a:pt x="1171" y="84"/>
                  </a:lnTo>
                  <a:lnTo>
                    <a:pt x="1171" y="84"/>
                  </a:lnTo>
                  <a:lnTo>
                    <a:pt x="1161" y="75"/>
                  </a:lnTo>
                  <a:lnTo>
                    <a:pt x="1152" y="72"/>
                  </a:lnTo>
                  <a:lnTo>
                    <a:pt x="1142" y="70"/>
                  </a:lnTo>
                  <a:lnTo>
                    <a:pt x="1131" y="70"/>
                  </a:lnTo>
                  <a:lnTo>
                    <a:pt x="1120" y="75"/>
                  </a:lnTo>
                  <a:lnTo>
                    <a:pt x="1109" y="80"/>
                  </a:lnTo>
                  <a:lnTo>
                    <a:pt x="1085" y="92"/>
                  </a:lnTo>
                  <a:lnTo>
                    <a:pt x="1059" y="107"/>
                  </a:lnTo>
                  <a:lnTo>
                    <a:pt x="1045" y="113"/>
                  </a:lnTo>
                  <a:lnTo>
                    <a:pt x="1032" y="118"/>
                  </a:lnTo>
                  <a:lnTo>
                    <a:pt x="1018" y="121"/>
                  </a:lnTo>
                  <a:lnTo>
                    <a:pt x="1005" y="121"/>
                  </a:lnTo>
                  <a:lnTo>
                    <a:pt x="991" y="119"/>
                  </a:lnTo>
                  <a:lnTo>
                    <a:pt x="977" y="115"/>
                  </a:lnTo>
                  <a:lnTo>
                    <a:pt x="977" y="115"/>
                  </a:lnTo>
                  <a:lnTo>
                    <a:pt x="983" y="107"/>
                  </a:lnTo>
                  <a:lnTo>
                    <a:pt x="991" y="99"/>
                  </a:lnTo>
                  <a:lnTo>
                    <a:pt x="1001" y="92"/>
                  </a:lnTo>
                  <a:lnTo>
                    <a:pt x="1010" y="88"/>
                  </a:lnTo>
                  <a:lnTo>
                    <a:pt x="1031" y="80"/>
                  </a:lnTo>
                  <a:lnTo>
                    <a:pt x="1053" y="72"/>
                  </a:lnTo>
                  <a:lnTo>
                    <a:pt x="1075" y="64"/>
                  </a:lnTo>
                  <a:lnTo>
                    <a:pt x="1086" y="59"/>
                  </a:lnTo>
                  <a:lnTo>
                    <a:pt x="1096" y="54"/>
                  </a:lnTo>
                  <a:lnTo>
                    <a:pt x="1104" y="48"/>
                  </a:lnTo>
                  <a:lnTo>
                    <a:pt x="1112" y="40"/>
                  </a:lnTo>
                  <a:lnTo>
                    <a:pt x="1118" y="32"/>
                  </a:lnTo>
                  <a:lnTo>
                    <a:pt x="1125" y="22"/>
                  </a:lnTo>
                  <a:lnTo>
                    <a:pt x="1125" y="22"/>
                  </a:lnTo>
                  <a:lnTo>
                    <a:pt x="1118" y="19"/>
                  </a:lnTo>
                  <a:lnTo>
                    <a:pt x="1112" y="18"/>
                  </a:lnTo>
                  <a:lnTo>
                    <a:pt x="1104" y="18"/>
                  </a:lnTo>
                  <a:lnTo>
                    <a:pt x="1096" y="19"/>
                  </a:lnTo>
                  <a:lnTo>
                    <a:pt x="1078" y="22"/>
                  </a:lnTo>
                  <a:lnTo>
                    <a:pt x="1061" y="29"/>
                  </a:lnTo>
                  <a:lnTo>
                    <a:pt x="1043" y="35"/>
                  </a:lnTo>
                  <a:lnTo>
                    <a:pt x="1024" y="38"/>
                  </a:lnTo>
                  <a:lnTo>
                    <a:pt x="1016" y="38"/>
                  </a:lnTo>
                  <a:lnTo>
                    <a:pt x="1008" y="37"/>
                  </a:lnTo>
                  <a:lnTo>
                    <a:pt x="1001" y="33"/>
                  </a:lnTo>
                  <a:lnTo>
                    <a:pt x="993" y="30"/>
                  </a:lnTo>
                  <a:lnTo>
                    <a:pt x="993" y="30"/>
                  </a:lnTo>
                  <a:lnTo>
                    <a:pt x="1002" y="19"/>
                  </a:lnTo>
                  <a:lnTo>
                    <a:pt x="1013" y="11"/>
                  </a:lnTo>
                  <a:lnTo>
                    <a:pt x="1028" y="5"/>
                  </a:lnTo>
                  <a:lnTo>
                    <a:pt x="1040" y="0"/>
                  </a:lnTo>
                  <a:lnTo>
                    <a:pt x="940" y="0"/>
                  </a:lnTo>
                  <a:lnTo>
                    <a:pt x="940" y="0"/>
                  </a:lnTo>
                  <a:lnTo>
                    <a:pt x="926" y="18"/>
                  </a:lnTo>
                  <a:lnTo>
                    <a:pt x="915" y="38"/>
                  </a:lnTo>
                  <a:lnTo>
                    <a:pt x="905" y="60"/>
                  </a:lnTo>
                  <a:lnTo>
                    <a:pt x="900" y="84"/>
                  </a:lnTo>
                  <a:lnTo>
                    <a:pt x="899" y="110"/>
                  </a:lnTo>
                  <a:lnTo>
                    <a:pt x="900" y="135"/>
                  </a:lnTo>
                  <a:lnTo>
                    <a:pt x="905" y="164"/>
                  </a:lnTo>
                  <a:lnTo>
                    <a:pt x="915" y="193"/>
                  </a:lnTo>
                  <a:lnTo>
                    <a:pt x="915" y="193"/>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21" name=""/>
            <p:cNvSpPr/>
            <p:nvPr/>
          </p:nvSpPr>
          <p:spPr>
            <a:xfrm>
              <a:off x="7432675" y="0"/>
              <a:ext cx="1262062" cy="1970088"/>
            </a:xfrm>
            <a:custGeom>
              <a:avLst/>
              <a:gdLst/>
              <a:cxnLst>
                <a:cxn ang="0">
                  <a:pos x="658" y="170"/>
                </a:cxn>
                <a:cxn ang="0">
                  <a:pos x="723" y="180"/>
                </a:cxn>
                <a:cxn ang="0">
                  <a:pos x="727" y="207"/>
                </a:cxn>
                <a:cxn ang="0">
                  <a:pos x="679" y="210"/>
                </a:cxn>
                <a:cxn ang="0">
                  <a:pos x="598" y="180"/>
                </a:cxn>
                <a:cxn ang="0">
                  <a:pos x="603" y="223"/>
                </a:cxn>
                <a:cxn ang="0">
                  <a:pos x="679" y="264"/>
                </a:cxn>
                <a:cxn ang="0">
                  <a:pos x="703" y="312"/>
                </a:cxn>
                <a:cxn ang="0">
                  <a:pos x="669" y="403"/>
                </a:cxn>
                <a:cxn ang="0">
                  <a:pos x="652" y="391"/>
                </a:cxn>
                <a:cxn ang="0">
                  <a:pos x="668" y="304"/>
                </a:cxn>
                <a:cxn ang="0">
                  <a:pos x="652" y="263"/>
                </a:cxn>
                <a:cxn ang="0">
                  <a:pos x="604" y="363"/>
                </a:cxn>
                <a:cxn ang="0">
                  <a:pos x="558" y="422"/>
                </a:cxn>
                <a:cxn ang="0">
                  <a:pos x="539" y="398"/>
                </a:cxn>
                <a:cxn ang="0">
                  <a:pos x="582" y="328"/>
                </a:cxn>
                <a:cxn ang="0">
                  <a:pos x="612" y="267"/>
                </a:cxn>
                <a:cxn ang="0">
                  <a:pos x="590" y="263"/>
                </a:cxn>
                <a:cxn ang="0">
                  <a:pos x="518" y="352"/>
                </a:cxn>
                <a:cxn ang="0">
                  <a:pos x="474" y="371"/>
                </a:cxn>
                <a:cxn ang="0">
                  <a:pos x="496" y="310"/>
                </a:cxn>
                <a:cxn ang="0">
                  <a:pos x="563" y="247"/>
                </a:cxn>
                <a:cxn ang="0">
                  <a:pos x="563" y="218"/>
                </a:cxn>
                <a:cxn ang="0">
                  <a:pos x="463" y="269"/>
                </a:cxn>
                <a:cxn ang="0">
                  <a:pos x="401" y="366"/>
                </a:cxn>
                <a:cxn ang="0">
                  <a:pos x="402" y="423"/>
                </a:cxn>
                <a:cxn ang="0">
                  <a:pos x="434" y="479"/>
                </a:cxn>
                <a:cxn ang="0">
                  <a:pos x="268" y="557"/>
                </a:cxn>
                <a:cxn ang="0">
                  <a:pos x="132" y="673"/>
                </a:cxn>
                <a:cxn ang="0">
                  <a:pos x="54" y="780"/>
                </a:cxn>
                <a:cxn ang="0">
                  <a:pos x="8" y="902"/>
                </a:cxn>
                <a:cxn ang="0">
                  <a:pos x="3" y="1040"/>
                </a:cxn>
                <a:cxn ang="0">
                  <a:pos x="31" y="1136"/>
                </a:cxn>
                <a:cxn ang="0">
                  <a:pos x="105" y="1217"/>
                </a:cxn>
                <a:cxn ang="0">
                  <a:pos x="173" y="1241"/>
                </a:cxn>
                <a:cxn ang="0">
                  <a:pos x="206" y="1222"/>
                </a:cxn>
                <a:cxn ang="0">
                  <a:pos x="226" y="1169"/>
                </a:cxn>
                <a:cxn ang="0">
                  <a:pos x="181" y="1141"/>
                </a:cxn>
                <a:cxn ang="0">
                  <a:pos x="119" y="1090"/>
                </a:cxn>
                <a:cxn ang="0">
                  <a:pos x="86" y="961"/>
                </a:cxn>
                <a:cxn ang="0">
                  <a:pos x="101" y="838"/>
                </a:cxn>
                <a:cxn ang="0">
                  <a:pos x="156" y="727"/>
                </a:cxn>
                <a:cxn ang="0">
                  <a:pos x="237" y="632"/>
                </a:cxn>
                <a:cxn ang="0">
                  <a:pos x="334" y="555"/>
                </a:cxn>
                <a:cxn ang="0">
                  <a:pos x="458" y="495"/>
                </a:cxn>
                <a:cxn ang="0">
                  <a:pos x="556" y="531"/>
                </a:cxn>
                <a:cxn ang="0">
                  <a:pos x="658" y="511"/>
                </a:cxn>
                <a:cxn ang="0">
                  <a:pos x="733" y="434"/>
                </a:cxn>
                <a:cxn ang="0">
                  <a:pos x="779" y="323"/>
                </a:cxn>
                <a:cxn ang="0">
                  <a:pos x="795" y="193"/>
                </a:cxn>
                <a:cxn ang="0">
                  <a:pos x="777" y="67"/>
                </a:cxn>
                <a:cxn ang="0">
                  <a:pos x="700" y="0"/>
                </a:cxn>
                <a:cxn ang="0">
                  <a:pos x="669" y="84"/>
                </a:cxn>
                <a:cxn ang="0">
                  <a:pos x="644" y="154"/>
                </a:cxn>
              </a:cxnLst>
              <a:rect l="0" t="0" r="r" b="b"/>
              <a:pathLst>
                <a:path w="795" h="1241">
                  <a:moveTo>
                    <a:pt x="644" y="154"/>
                  </a:moveTo>
                  <a:lnTo>
                    <a:pt x="644" y="154"/>
                  </a:lnTo>
                  <a:lnTo>
                    <a:pt x="647" y="161"/>
                  </a:lnTo>
                  <a:lnTo>
                    <a:pt x="652" y="165"/>
                  </a:lnTo>
                  <a:lnTo>
                    <a:pt x="658" y="170"/>
                  </a:lnTo>
                  <a:lnTo>
                    <a:pt x="665" y="173"/>
                  </a:lnTo>
                  <a:lnTo>
                    <a:pt x="679" y="178"/>
                  </a:lnTo>
                  <a:lnTo>
                    <a:pt x="693" y="181"/>
                  </a:lnTo>
                  <a:lnTo>
                    <a:pt x="709" y="181"/>
                  </a:lnTo>
                  <a:lnTo>
                    <a:pt x="723" y="180"/>
                  </a:lnTo>
                  <a:lnTo>
                    <a:pt x="744" y="177"/>
                  </a:lnTo>
                  <a:lnTo>
                    <a:pt x="744" y="177"/>
                  </a:lnTo>
                  <a:lnTo>
                    <a:pt x="739" y="189"/>
                  </a:lnTo>
                  <a:lnTo>
                    <a:pt x="733" y="200"/>
                  </a:lnTo>
                  <a:lnTo>
                    <a:pt x="727" y="207"/>
                  </a:lnTo>
                  <a:lnTo>
                    <a:pt x="717" y="212"/>
                  </a:lnTo>
                  <a:lnTo>
                    <a:pt x="709" y="213"/>
                  </a:lnTo>
                  <a:lnTo>
                    <a:pt x="700" y="215"/>
                  </a:lnTo>
                  <a:lnTo>
                    <a:pt x="690" y="213"/>
                  </a:lnTo>
                  <a:lnTo>
                    <a:pt x="679" y="210"/>
                  </a:lnTo>
                  <a:lnTo>
                    <a:pt x="660" y="202"/>
                  </a:lnTo>
                  <a:lnTo>
                    <a:pt x="639" y="191"/>
                  </a:lnTo>
                  <a:lnTo>
                    <a:pt x="606" y="169"/>
                  </a:lnTo>
                  <a:lnTo>
                    <a:pt x="606" y="169"/>
                  </a:lnTo>
                  <a:lnTo>
                    <a:pt x="598" y="180"/>
                  </a:lnTo>
                  <a:lnTo>
                    <a:pt x="595" y="189"/>
                  </a:lnTo>
                  <a:lnTo>
                    <a:pt x="593" y="199"/>
                  </a:lnTo>
                  <a:lnTo>
                    <a:pt x="595" y="207"/>
                  </a:lnTo>
                  <a:lnTo>
                    <a:pt x="598" y="215"/>
                  </a:lnTo>
                  <a:lnTo>
                    <a:pt x="603" y="223"/>
                  </a:lnTo>
                  <a:lnTo>
                    <a:pt x="609" y="229"/>
                  </a:lnTo>
                  <a:lnTo>
                    <a:pt x="617" y="235"/>
                  </a:lnTo>
                  <a:lnTo>
                    <a:pt x="636" y="247"/>
                  </a:lnTo>
                  <a:lnTo>
                    <a:pt x="658" y="256"/>
                  </a:lnTo>
                  <a:lnTo>
                    <a:pt x="679" y="264"/>
                  </a:lnTo>
                  <a:lnTo>
                    <a:pt x="698" y="270"/>
                  </a:lnTo>
                  <a:lnTo>
                    <a:pt x="698" y="270"/>
                  </a:lnTo>
                  <a:lnTo>
                    <a:pt x="701" y="280"/>
                  </a:lnTo>
                  <a:lnTo>
                    <a:pt x="703" y="291"/>
                  </a:lnTo>
                  <a:lnTo>
                    <a:pt x="703" y="312"/>
                  </a:lnTo>
                  <a:lnTo>
                    <a:pt x="700" y="331"/>
                  </a:lnTo>
                  <a:lnTo>
                    <a:pt x="695" y="352"/>
                  </a:lnTo>
                  <a:lnTo>
                    <a:pt x="688" y="369"/>
                  </a:lnTo>
                  <a:lnTo>
                    <a:pt x="679" y="387"/>
                  </a:lnTo>
                  <a:lnTo>
                    <a:pt x="669" y="403"/>
                  </a:lnTo>
                  <a:lnTo>
                    <a:pt x="660" y="417"/>
                  </a:lnTo>
                  <a:lnTo>
                    <a:pt x="660" y="417"/>
                  </a:lnTo>
                  <a:lnTo>
                    <a:pt x="655" y="409"/>
                  </a:lnTo>
                  <a:lnTo>
                    <a:pt x="653" y="401"/>
                  </a:lnTo>
                  <a:lnTo>
                    <a:pt x="652" y="391"/>
                  </a:lnTo>
                  <a:lnTo>
                    <a:pt x="652" y="380"/>
                  </a:lnTo>
                  <a:lnTo>
                    <a:pt x="657" y="358"/>
                  </a:lnTo>
                  <a:lnTo>
                    <a:pt x="661" y="336"/>
                  </a:lnTo>
                  <a:lnTo>
                    <a:pt x="666" y="313"/>
                  </a:lnTo>
                  <a:lnTo>
                    <a:pt x="668" y="304"/>
                  </a:lnTo>
                  <a:lnTo>
                    <a:pt x="668" y="293"/>
                  </a:lnTo>
                  <a:lnTo>
                    <a:pt x="666" y="285"/>
                  </a:lnTo>
                  <a:lnTo>
                    <a:pt x="665" y="275"/>
                  </a:lnTo>
                  <a:lnTo>
                    <a:pt x="658" y="269"/>
                  </a:lnTo>
                  <a:lnTo>
                    <a:pt x="652" y="263"/>
                  </a:lnTo>
                  <a:lnTo>
                    <a:pt x="652" y="263"/>
                  </a:lnTo>
                  <a:lnTo>
                    <a:pt x="644" y="272"/>
                  </a:lnTo>
                  <a:lnTo>
                    <a:pt x="638" y="283"/>
                  </a:lnTo>
                  <a:lnTo>
                    <a:pt x="626" y="309"/>
                  </a:lnTo>
                  <a:lnTo>
                    <a:pt x="604" y="363"/>
                  </a:lnTo>
                  <a:lnTo>
                    <a:pt x="591" y="388"/>
                  </a:lnTo>
                  <a:lnTo>
                    <a:pt x="583" y="399"/>
                  </a:lnTo>
                  <a:lnTo>
                    <a:pt x="577" y="409"/>
                  </a:lnTo>
                  <a:lnTo>
                    <a:pt x="568" y="417"/>
                  </a:lnTo>
                  <a:lnTo>
                    <a:pt x="558" y="422"/>
                  </a:lnTo>
                  <a:lnTo>
                    <a:pt x="547" y="425"/>
                  </a:lnTo>
                  <a:lnTo>
                    <a:pt x="536" y="425"/>
                  </a:lnTo>
                  <a:lnTo>
                    <a:pt x="536" y="425"/>
                  </a:lnTo>
                  <a:lnTo>
                    <a:pt x="536" y="410"/>
                  </a:lnTo>
                  <a:lnTo>
                    <a:pt x="539" y="398"/>
                  </a:lnTo>
                  <a:lnTo>
                    <a:pt x="544" y="385"/>
                  </a:lnTo>
                  <a:lnTo>
                    <a:pt x="548" y="372"/>
                  </a:lnTo>
                  <a:lnTo>
                    <a:pt x="556" y="361"/>
                  </a:lnTo>
                  <a:lnTo>
                    <a:pt x="564" y="350"/>
                  </a:lnTo>
                  <a:lnTo>
                    <a:pt x="582" y="328"/>
                  </a:lnTo>
                  <a:lnTo>
                    <a:pt x="598" y="307"/>
                  </a:lnTo>
                  <a:lnTo>
                    <a:pt x="604" y="298"/>
                  </a:lnTo>
                  <a:lnTo>
                    <a:pt x="609" y="288"/>
                  </a:lnTo>
                  <a:lnTo>
                    <a:pt x="612" y="278"/>
                  </a:lnTo>
                  <a:lnTo>
                    <a:pt x="612" y="267"/>
                  </a:lnTo>
                  <a:lnTo>
                    <a:pt x="610" y="258"/>
                  </a:lnTo>
                  <a:lnTo>
                    <a:pt x="606" y="247"/>
                  </a:lnTo>
                  <a:lnTo>
                    <a:pt x="606" y="247"/>
                  </a:lnTo>
                  <a:lnTo>
                    <a:pt x="596" y="255"/>
                  </a:lnTo>
                  <a:lnTo>
                    <a:pt x="590" y="263"/>
                  </a:lnTo>
                  <a:lnTo>
                    <a:pt x="575" y="282"/>
                  </a:lnTo>
                  <a:lnTo>
                    <a:pt x="550" y="320"/>
                  </a:lnTo>
                  <a:lnTo>
                    <a:pt x="536" y="337"/>
                  </a:lnTo>
                  <a:lnTo>
                    <a:pt x="528" y="345"/>
                  </a:lnTo>
                  <a:lnTo>
                    <a:pt x="518" y="352"/>
                  </a:lnTo>
                  <a:lnTo>
                    <a:pt x="509" y="358"/>
                  </a:lnTo>
                  <a:lnTo>
                    <a:pt x="499" y="364"/>
                  </a:lnTo>
                  <a:lnTo>
                    <a:pt x="486" y="368"/>
                  </a:lnTo>
                  <a:lnTo>
                    <a:pt x="474" y="371"/>
                  </a:lnTo>
                  <a:lnTo>
                    <a:pt x="474" y="371"/>
                  </a:lnTo>
                  <a:lnTo>
                    <a:pt x="475" y="356"/>
                  </a:lnTo>
                  <a:lnTo>
                    <a:pt x="478" y="344"/>
                  </a:lnTo>
                  <a:lnTo>
                    <a:pt x="483" y="331"/>
                  </a:lnTo>
                  <a:lnTo>
                    <a:pt x="490" y="321"/>
                  </a:lnTo>
                  <a:lnTo>
                    <a:pt x="496" y="310"/>
                  </a:lnTo>
                  <a:lnTo>
                    <a:pt x="504" y="302"/>
                  </a:lnTo>
                  <a:lnTo>
                    <a:pt x="520" y="285"/>
                  </a:lnTo>
                  <a:lnTo>
                    <a:pt x="537" y="270"/>
                  </a:lnTo>
                  <a:lnTo>
                    <a:pt x="555" y="255"/>
                  </a:lnTo>
                  <a:lnTo>
                    <a:pt x="563" y="247"/>
                  </a:lnTo>
                  <a:lnTo>
                    <a:pt x="571" y="237"/>
                  </a:lnTo>
                  <a:lnTo>
                    <a:pt x="577" y="226"/>
                  </a:lnTo>
                  <a:lnTo>
                    <a:pt x="582" y="216"/>
                  </a:lnTo>
                  <a:lnTo>
                    <a:pt x="582" y="216"/>
                  </a:lnTo>
                  <a:lnTo>
                    <a:pt x="563" y="218"/>
                  </a:lnTo>
                  <a:lnTo>
                    <a:pt x="542" y="223"/>
                  </a:lnTo>
                  <a:lnTo>
                    <a:pt x="521" y="231"/>
                  </a:lnTo>
                  <a:lnTo>
                    <a:pt x="501" y="240"/>
                  </a:lnTo>
                  <a:lnTo>
                    <a:pt x="480" y="253"/>
                  </a:lnTo>
                  <a:lnTo>
                    <a:pt x="463" y="269"/>
                  </a:lnTo>
                  <a:lnTo>
                    <a:pt x="445" y="285"/>
                  </a:lnTo>
                  <a:lnTo>
                    <a:pt x="429" y="304"/>
                  </a:lnTo>
                  <a:lnTo>
                    <a:pt x="416" y="323"/>
                  </a:lnTo>
                  <a:lnTo>
                    <a:pt x="407" y="345"/>
                  </a:lnTo>
                  <a:lnTo>
                    <a:pt x="401" y="366"/>
                  </a:lnTo>
                  <a:lnTo>
                    <a:pt x="399" y="377"/>
                  </a:lnTo>
                  <a:lnTo>
                    <a:pt x="397" y="388"/>
                  </a:lnTo>
                  <a:lnTo>
                    <a:pt x="397" y="399"/>
                  </a:lnTo>
                  <a:lnTo>
                    <a:pt x="399" y="412"/>
                  </a:lnTo>
                  <a:lnTo>
                    <a:pt x="402" y="423"/>
                  </a:lnTo>
                  <a:lnTo>
                    <a:pt x="405" y="434"/>
                  </a:lnTo>
                  <a:lnTo>
                    <a:pt x="410" y="445"/>
                  </a:lnTo>
                  <a:lnTo>
                    <a:pt x="418" y="457"/>
                  </a:lnTo>
                  <a:lnTo>
                    <a:pt x="426" y="468"/>
                  </a:lnTo>
                  <a:lnTo>
                    <a:pt x="434" y="479"/>
                  </a:lnTo>
                  <a:lnTo>
                    <a:pt x="434" y="479"/>
                  </a:lnTo>
                  <a:lnTo>
                    <a:pt x="394" y="493"/>
                  </a:lnTo>
                  <a:lnTo>
                    <a:pt x="353" y="511"/>
                  </a:lnTo>
                  <a:lnTo>
                    <a:pt x="311" y="531"/>
                  </a:lnTo>
                  <a:lnTo>
                    <a:pt x="268" y="557"/>
                  </a:lnTo>
                  <a:lnTo>
                    <a:pt x="227" y="585"/>
                  </a:lnTo>
                  <a:lnTo>
                    <a:pt x="187" y="619"/>
                  </a:lnTo>
                  <a:lnTo>
                    <a:pt x="168" y="636"/>
                  </a:lnTo>
                  <a:lnTo>
                    <a:pt x="149" y="654"/>
                  </a:lnTo>
                  <a:lnTo>
                    <a:pt x="132" y="673"/>
                  </a:lnTo>
                  <a:lnTo>
                    <a:pt x="114" y="692"/>
                  </a:lnTo>
                  <a:lnTo>
                    <a:pt x="97" y="713"/>
                  </a:lnTo>
                  <a:lnTo>
                    <a:pt x="82" y="735"/>
                  </a:lnTo>
                  <a:lnTo>
                    <a:pt x="68" y="757"/>
                  </a:lnTo>
                  <a:lnTo>
                    <a:pt x="54" y="780"/>
                  </a:lnTo>
                  <a:lnTo>
                    <a:pt x="43" y="802"/>
                  </a:lnTo>
                  <a:lnTo>
                    <a:pt x="31" y="827"/>
                  </a:lnTo>
                  <a:lnTo>
                    <a:pt x="22" y="851"/>
                  </a:lnTo>
                  <a:lnTo>
                    <a:pt x="14" y="877"/>
                  </a:lnTo>
                  <a:lnTo>
                    <a:pt x="8" y="902"/>
                  </a:lnTo>
                  <a:lnTo>
                    <a:pt x="3" y="929"/>
                  </a:lnTo>
                  <a:lnTo>
                    <a:pt x="1" y="956"/>
                  </a:lnTo>
                  <a:lnTo>
                    <a:pt x="0" y="983"/>
                  </a:lnTo>
                  <a:lnTo>
                    <a:pt x="1" y="1012"/>
                  </a:lnTo>
                  <a:lnTo>
                    <a:pt x="3" y="1040"/>
                  </a:lnTo>
                  <a:lnTo>
                    <a:pt x="9" y="1071"/>
                  </a:lnTo>
                  <a:lnTo>
                    <a:pt x="16" y="1099"/>
                  </a:lnTo>
                  <a:lnTo>
                    <a:pt x="16" y="1099"/>
                  </a:lnTo>
                  <a:lnTo>
                    <a:pt x="22" y="1118"/>
                  </a:lnTo>
                  <a:lnTo>
                    <a:pt x="31" y="1136"/>
                  </a:lnTo>
                  <a:lnTo>
                    <a:pt x="43" y="1155"/>
                  </a:lnTo>
                  <a:lnTo>
                    <a:pt x="57" y="1173"/>
                  </a:lnTo>
                  <a:lnTo>
                    <a:pt x="71" y="1188"/>
                  </a:lnTo>
                  <a:lnTo>
                    <a:pt x="89" y="1204"/>
                  </a:lnTo>
                  <a:lnTo>
                    <a:pt x="105" y="1217"/>
                  </a:lnTo>
                  <a:lnTo>
                    <a:pt x="122" y="1228"/>
                  </a:lnTo>
                  <a:lnTo>
                    <a:pt x="140" y="1236"/>
                  </a:lnTo>
                  <a:lnTo>
                    <a:pt x="157" y="1241"/>
                  </a:lnTo>
                  <a:lnTo>
                    <a:pt x="165" y="1241"/>
                  </a:lnTo>
                  <a:lnTo>
                    <a:pt x="173" y="1241"/>
                  </a:lnTo>
                  <a:lnTo>
                    <a:pt x="181" y="1239"/>
                  </a:lnTo>
                  <a:lnTo>
                    <a:pt x="187" y="1238"/>
                  </a:lnTo>
                  <a:lnTo>
                    <a:pt x="194" y="1233"/>
                  </a:lnTo>
                  <a:lnTo>
                    <a:pt x="200" y="1228"/>
                  </a:lnTo>
                  <a:lnTo>
                    <a:pt x="206" y="1222"/>
                  </a:lnTo>
                  <a:lnTo>
                    <a:pt x="211" y="1215"/>
                  </a:lnTo>
                  <a:lnTo>
                    <a:pt x="216" y="1206"/>
                  </a:lnTo>
                  <a:lnTo>
                    <a:pt x="219" y="1195"/>
                  </a:lnTo>
                  <a:lnTo>
                    <a:pt x="222" y="1184"/>
                  </a:lnTo>
                  <a:lnTo>
                    <a:pt x="226" y="1169"/>
                  </a:lnTo>
                  <a:lnTo>
                    <a:pt x="226" y="1169"/>
                  </a:lnTo>
                  <a:lnTo>
                    <a:pt x="216" y="1160"/>
                  </a:lnTo>
                  <a:lnTo>
                    <a:pt x="205" y="1153"/>
                  </a:lnTo>
                  <a:lnTo>
                    <a:pt x="194" y="1147"/>
                  </a:lnTo>
                  <a:lnTo>
                    <a:pt x="181" y="1141"/>
                  </a:lnTo>
                  <a:lnTo>
                    <a:pt x="154" y="1130"/>
                  </a:lnTo>
                  <a:lnTo>
                    <a:pt x="143" y="1123"/>
                  </a:lnTo>
                  <a:lnTo>
                    <a:pt x="132" y="1115"/>
                  </a:lnTo>
                  <a:lnTo>
                    <a:pt x="132" y="1115"/>
                  </a:lnTo>
                  <a:lnTo>
                    <a:pt x="119" y="1090"/>
                  </a:lnTo>
                  <a:lnTo>
                    <a:pt x="108" y="1064"/>
                  </a:lnTo>
                  <a:lnTo>
                    <a:pt x="100" y="1037"/>
                  </a:lnTo>
                  <a:lnTo>
                    <a:pt x="94" y="1012"/>
                  </a:lnTo>
                  <a:lnTo>
                    <a:pt x="89" y="986"/>
                  </a:lnTo>
                  <a:lnTo>
                    <a:pt x="86" y="961"/>
                  </a:lnTo>
                  <a:lnTo>
                    <a:pt x="86" y="935"/>
                  </a:lnTo>
                  <a:lnTo>
                    <a:pt x="87" y="912"/>
                  </a:lnTo>
                  <a:lnTo>
                    <a:pt x="90" y="888"/>
                  </a:lnTo>
                  <a:lnTo>
                    <a:pt x="95" y="862"/>
                  </a:lnTo>
                  <a:lnTo>
                    <a:pt x="101" y="838"/>
                  </a:lnTo>
                  <a:lnTo>
                    <a:pt x="109" y="816"/>
                  </a:lnTo>
                  <a:lnTo>
                    <a:pt x="119" y="794"/>
                  </a:lnTo>
                  <a:lnTo>
                    <a:pt x="130" y="770"/>
                  </a:lnTo>
                  <a:lnTo>
                    <a:pt x="141" y="749"/>
                  </a:lnTo>
                  <a:lnTo>
                    <a:pt x="156" y="727"/>
                  </a:lnTo>
                  <a:lnTo>
                    <a:pt x="170" y="708"/>
                  </a:lnTo>
                  <a:lnTo>
                    <a:pt x="184" y="687"/>
                  </a:lnTo>
                  <a:lnTo>
                    <a:pt x="202" y="668"/>
                  </a:lnTo>
                  <a:lnTo>
                    <a:pt x="218" y="649"/>
                  </a:lnTo>
                  <a:lnTo>
                    <a:pt x="237" y="632"/>
                  </a:lnTo>
                  <a:lnTo>
                    <a:pt x="254" y="614"/>
                  </a:lnTo>
                  <a:lnTo>
                    <a:pt x="273" y="598"/>
                  </a:lnTo>
                  <a:lnTo>
                    <a:pt x="294" y="582"/>
                  </a:lnTo>
                  <a:lnTo>
                    <a:pt x="313" y="568"/>
                  </a:lnTo>
                  <a:lnTo>
                    <a:pt x="334" y="555"/>
                  </a:lnTo>
                  <a:lnTo>
                    <a:pt x="375" y="531"/>
                  </a:lnTo>
                  <a:lnTo>
                    <a:pt x="396" y="520"/>
                  </a:lnTo>
                  <a:lnTo>
                    <a:pt x="416" y="511"/>
                  </a:lnTo>
                  <a:lnTo>
                    <a:pt x="437" y="503"/>
                  </a:lnTo>
                  <a:lnTo>
                    <a:pt x="458" y="495"/>
                  </a:lnTo>
                  <a:lnTo>
                    <a:pt x="458" y="495"/>
                  </a:lnTo>
                  <a:lnTo>
                    <a:pt x="483" y="509"/>
                  </a:lnTo>
                  <a:lnTo>
                    <a:pt x="509" y="520"/>
                  </a:lnTo>
                  <a:lnTo>
                    <a:pt x="533" y="528"/>
                  </a:lnTo>
                  <a:lnTo>
                    <a:pt x="556" y="531"/>
                  </a:lnTo>
                  <a:lnTo>
                    <a:pt x="579" y="533"/>
                  </a:lnTo>
                  <a:lnTo>
                    <a:pt x="599" y="531"/>
                  </a:lnTo>
                  <a:lnTo>
                    <a:pt x="620" y="528"/>
                  </a:lnTo>
                  <a:lnTo>
                    <a:pt x="639" y="520"/>
                  </a:lnTo>
                  <a:lnTo>
                    <a:pt x="658" y="511"/>
                  </a:lnTo>
                  <a:lnTo>
                    <a:pt x="676" y="500"/>
                  </a:lnTo>
                  <a:lnTo>
                    <a:pt x="692" y="487"/>
                  </a:lnTo>
                  <a:lnTo>
                    <a:pt x="706" y="471"/>
                  </a:lnTo>
                  <a:lnTo>
                    <a:pt x="720" y="453"/>
                  </a:lnTo>
                  <a:lnTo>
                    <a:pt x="733" y="434"/>
                  </a:lnTo>
                  <a:lnTo>
                    <a:pt x="744" y="415"/>
                  </a:lnTo>
                  <a:lnTo>
                    <a:pt x="755" y="393"/>
                  </a:lnTo>
                  <a:lnTo>
                    <a:pt x="765" y="371"/>
                  </a:lnTo>
                  <a:lnTo>
                    <a:pt x="773" y="347"/>
                  </a:lnTo>
                  <a:lnTo>
                    <a:pt x="779" y="323"/>
                  </a:lnTo>
                  <a:lnTo>
                    <a:pt x="785" y="298"/>
                  </a:lnTo>
                  <a:lnTo>
                    <a:pt x="790" y="272"/>
                  </a:lnTo>
                  <a:lnTo>
                    <a:pt x="793" y="245"/>
                  </a:lnTo>
                  <a:lnTo>
                    <a:pt x="795" y="220"/>
                  </a:lnTo>
                  <a:lnTo>
                    <a:pt x="795" y="193"/>
                  </a:lnTo>
                  <a:lnTo>
                    <a:pt x="795" y="167"/>
                  </a:lnTo>
                  <a:lnTo>
                    <a:pt x="792" y="140"/>
                  </a:lnTo>
                  <a:lnTo>
                    <a:pt x="789" y="115"/>
                  </a:lnTo>
                  <a:lnTo>
                    <a:pt x="784" y="91"/>
                  </a:lnTo>
                  <a:lnTo>
                    <a:pt x="777" y="67"/>
                  </a:lnTo>
                  <a:lnTo>
                    <a:pt x="770" y="43"/>
                  </a:lnTo>
                  <a:lnTo>
                    <a:pt x="760" y="21"/>
                  </a:lnTo>
                  <a:lnTo>
                    <a:pt x="749" y="0"/>
                  </a:lnTo>
                  <a:lnTo>
                    <a:pt x="700" y="0"/>
                  </a:lnTo>
                  <a:lnTo>
                    <a:pt x="700" y="0"/>
                  </a:lnTo>
                  <a:lnTo>
                    <a:pt x="698" y="11"/>
                  </a:lnTo>
                  <a:lnTo>
                    <a:pt x="696" y="22"/>
                  </a:lnTo>
                  <a:lnTo>
                    <a:pt x="688" y="45"/>
                  </a:lnTo>
                  <a:lnTo>
                    <a:pt x="680" y="65"/>
                  </a:lnTo>
                  <a:lnTo>
                    <a:pt x="669" y="84"/>
                  </a:lnTo>
                  <a:lnTo>
                    <a:pt x="660" y="103"/>
                  </a:lnTo>
                  <a:lnTo>
                    <a:pt x="652" y="121"/>
                  </a:lnTo>
                  <a:lnTo>
                    <a:pt x="645" y="138"/>
                  </a:lnTo>
                  <a:lnTo>
                    <a:pt x="644" y="146"/>
                  </a:lnTo>
                  <a:lnTo>
                    <a:pt x="644" y="154"/>
                  </a:lnTo>
                  <a:lnTo>
                    <a:pt x="644" y="154"/>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22" name=""/>
            <p:cNvSpPr/>
            <p:nvPr/>
          </p:nvSpPr>
          <p:spPr>
            <a:xfrm>
              <a:off x="8623300" y="0"/>
              <a:ext cx="284162" cy="354013"/>
            </a:xfrm>
            <a:custGeom>
              <a:avLst/>
              <a:gdLst/>
              <a:cxnLst>
                <a:cxn ang="0">
                  <a:pos x="174" y="223"/>
                </a:cxn>
                <a:cxn ang="0">
                  <a:pos x="174" y="223"/>
                </a:cxn>
                <a:cxn ang="0">
                  <a:pos x="177" y="204"/>
                </a:cxn>
                <a:cxn ang="0">
                  <a:pos x="179" y="185"/>
                </a:cxn>
                <a:cxn ang="0">
                  <a:pos x="179" y="167"/>
                </a:cxn>
                <a:cxn ang="0">
                  <a:pos x="179" y="151"/>
                </a:cxn>
                <a:cxn ang="0">
                  <a:pos x="175" y="135"/>
                </a:cxn>
                <a:cxn ang="0">
                  <a:pos x="172" y="119"/>
                </a:cxn>
                <a:cxn ang="0">
                  <a:pos x="167" y="105"/>
                </a:cxn>
                <a:cxn ang="0">
                  <a:pos x="161" y="91"/>
                </a:cxn>
                <a:cxn ang="0">
                  <a:pos x="153" y="78"/>
                </a:cxn>
                <a:cxn ang="0">
                  <a:pos x="145" y="65"/>
                </a:cxn>
                <a:cxn ang="0">
                  <a:pos x="128" y="41"/>
                </a:cxn>
                <a:cxn ang="0">
                  <a:pos x="107" y="19"/>
                </a:cxn>
                <a:cxn ang="0">
                  <a:pos x="86" y="0"/>
                </a:cxn>
                <a:cxn ang="0">
                  <a:pos x="0" y="0"/>
                </a:cxn>
                <a:cxn ang="0">
                  <a:pos x="0" y="0"/>
                </a:cxn>
                <a:cxn ang="0">
                  <a:pos x="20" y="30"/>
                </a:cxn>
                <a:cxn ang="0">
                  <a:pos x="37" y="62"/>
                </a:cxn>
                <a:cxn ang="0">
                  <a:pos x="56" y="94"/>
                </a:cxn>
                <a:cxn ang="0">
                  <a:pos x="75" y="124"/>
                </a:cxn>
                <a:cxn ang="0">
                  <a:pos x="94" y="153"/>
                </a:cxn>
                <a:cxn ang="0">
                  <a:pos x="105" y="167"/>
                </a:cxn>
                <a:cxn ang="0">
                  <a:pos x="118" y="180"/>
                </a:cxn>
                <a:cxn ang="0">
                  <a:pos x="131" y="193"/>
                </a:cxn>
                <a:cxn ang="0">
                  <a:pos x="144" y="204"/>
                </a:cxn>
                <a:cxn ang="0">
                  <a:pos x="158" y="213"/>
                </a:cxn>
                <a:cxn ang="0">
                  <a:pos x="174" y="223"/>
                </a:cxn>
                <a:cxn ang="0">
                  <a:pos x="174" y="223"/>
                </a:cxn>
              </a:cxnLst>
              <a:rect l="0" t="0" r="r" b="b"/>
              <a:pathLst>
                <a:path w="179" h="223">
                  <a:moveTo>
                    <a:pt x="174" y="223"/>
                  </a:moveTo>
                  <a:lnTo>
                    <a:pt x="174" y="223"/>
                  </a:lnTo>
                  <a:lnTo>
                    <a:pt x="177" y="204"/>
                  </a:lnTo>
                  <a:lnTo>
                    <a:pt x="179" y="185"/>
                  </a:lnTo>
                  <a:lnTo>
                    <a:pt x="179" y="167"/>
                  </a:lnTo>
                  <a:lnTo>
                    <a:pt x="179" y="151"/>
                  </a:lnTo>
                  <a:lnTo>
                    <a:pt x="175" y="135"/>
                  </a:lnTo>
                  <a:lnTo>
                    <a:pt x="172" y="119"/>
                  </a:lnTo>
                  <a:lnTo>
                    <a:pt x="167" y="105"/>
                  </a:lnTo>
                  <a:lnTo>
                    <a:pt x="161" y="91"/>
                  </a:lnTo>
                  <a:lnTo>
                    <a:pt x="153" y="78"/>
                  </a:lnTo>
                  <a:lnTo>
                    <a:pt x="145" y="65"/>
                  </a:lnTo>
                  <a:lnTo>
                    <a:pt x="128" y="41"/>
                  </a:lnTo>
                  <a:lnTo>
                    <a:pt x="107" y="19"/>
                  </a:lnTo>
                  <a:lnTo>
                    <a:pt x="86" y="0"/>
                  </a:lnTo>
                  <a:lnTo>
                    <a:pt x="0" y="0"/>
                  </a:lnTo>
                  <a:lnTo>
                    <a:pt x="0" y="0"/>
                  </a:lnTo>
                  <a:lnTo>
                    <a:pt x="20" y="30"/>
                  </a:lnTo>
                  <a:lnTo>
                    <a:pt x="37" y="62"/>
                  </a:lnTo>
                  <a:lnTo>
                    <a:pt x="56" y="94"/>
                  </a:lnTo>
                  <a:lnTo>
                    <a:pt x="75" y="124"/>
                  </a:lnTo>
                  <a:lnTo>
                    <a:pt x="94" y="153"/>
                  </a:lnTo>
                  <a:lnTo>
                    <a:pt x="105" y="167"/>
                  </a:lnTo>
                  <a:lnTo>
                    <a:pt x="118" y="180"/>
                  </a:lnTo>
                  <a:lnTo>
                    <a:pt x="131" y="193"/>
                  </a:lnTo>
                  <a:lnTo>
                    <a:pt x="144" y="204"/>
                  </a:lnTo>
                  <a:lnTo>
                    <a:pt x="158" y="213"/>
                  </a:lnTo>
                  <a:lnTo>
                    <a:pt x="174" y="223"/>
                  </a:lnTo>
                  <a:lnTo>
                    <a:pt x="174" y="223"/>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grpSp>
      <p:grpSp>
        <p:nvGrpSpPr>
          <p:cNvPr id="10" name=""/>
          <p:cNvGrpSpPr/>
          <p:nvPr/>
        </p:nvGrpSpPr>
        <p:grpSpPr>
          <a:xfrm rot="0">
            <a:off x="1681161" y="825492"/>
            <a:ext cx="5748358" cy="4389458"/>
            <a:chOff x="1643042" y="395266"/>
            <a:chExt cx="5748358" cy="4389458"/>
          </a:xfrm>
        </p:grpSpPr>
        <p:sp>
          <p:nvSpPr>
            <p:cNvPr id="27" name=""/>
            <p:cNvSpPr/>
            <p:nvPr/>
          </p:nvSpPr>
          <p:spPr>
            <a:xfrm>
              <a:off x="1643042" y="395266"/>
              <a:ext cx="5748358" cy="4389458"/>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sp>
          <p:nvSpPr>
            <p:cNvPr id="29" name=""/>
            <p:cNvSpPr/>
            <p:nvPr/>
          </p:nvSpPr>
          <p:spPr>
            <a:xfrm>
              <a:off x="1737507" y="503224"/>
              <a:ext cx="5559428" cy="4173542"/>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grpSp>
      <p:sp>
        <p:nvSpPr>
          <p:cNvPr id="2" name=""/>
          <p:cNvSpPr>
            <a:spLocks noGrp="1"/>
          </p:cNvSpPr>
          <p:nvPr>
            <p:ph type="title" idx="0"/>
          </p:nvPr>
        </p:nvSpPr>
        <p:spPr>
          <a:xfrm>
            <a:off x="1841499" y="230190"/>
            <a:ext cx="5387975" cy="566738"/>
          </a:xfrm>
        </p:spPr>
        <p:txBody>
          <a:bodyPr anchor="b"/>
          <a:lstStyle>
            <a:lvl1pPr algn="l">
              <a:defRPr sz="2800" b="0"/>
            </a:lvl1pPr>
          </a:lstStyle>
          <a:p>
            <a:pPr lvl="0">
              <a:defRPr lang="ko-KR" altLang="en-US"/>
            </a:pPr>
            <a:r>
              <a:rPr lang="ko-KR" altLang="en-US"/>
              <a:t>마스터 제목 스타일 편집</a:t>
            </a:r>
            <a:endParaRPr lang="ko-KR" altLang="en-US"/>
          </a:p>
        </p:txBody>
      </p:sp>
      <p:sp>
        <p:nvSpPr>
          <p:cNvPr id="3" name=""/>
          <p:cNvSpPr>
            <a:spLocks noGrp="1" noTextEdit="1"/>
          </p:cNvSpPr>
          <p:nvPr>
            <p:ph type="pic" idx="1"/>
          </p:nvPr>
        </p:nvSpPr>
        <p:spPr>
          <a:xfrm>
            <a:off x="1879875" y="1013622"/>
            <a:ext cx="5350930" cy="4013198"/>
          </a:xfrm>
          <a:solidFill>
            <a:schemeClr val="bg1">
              <a:lumMod val="50000"/>
            </a:schemeClr>
          </a:solidFill>
        </p:spPr>
        <p:txBody>
          <a:bodyPr/>
          <a:lstStyle>
            <a:lvl1pPr marL="0" indent="0">
              <a:buNone/>
              <a:tabLst>
                <a:tab pos="723900" algn="l"/>
              </a:tabLst>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lang="ko-KR" altLang="en-US"/>
            </a:pPr>
            <a:r>
              <a:rPr lang="ko-KR" altLang="en-US"/>
              <a:t>그림</a:t>
            </a:r>
            <a:endParaRPr lang="ko-KR" altLang="en-US"/>
          </a:p>
        </p:txBody>
      </p:sp>
      <p:sp>
        <p:nvSpPr>
          <p:cNvPr id="4" name=""/>
          <p:cNvSpPr>
            <a:spLocks noGrp="1"/>
          </p:cNvSpPr>
          <p:nvPr>
            <p:ph type="body" sz="half" idx="2"/>
          </p:nvPr>
        </p:nvSpPr>
        <p:spPr>
          <a:xfrm>
            <a:off x="1841499" y="5219700"/>
            <a:ext cx="5387975" cy="952500"/>
          </a:xfrm>
        </p:spPr>
        <p:txBody>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lang="ko-KR" altLang="en-US"/>
            </a:pPr>
            <a:r>
              <a:rPr lang="ko-KR" altLang="en-US"/>
              <a:t>마스터 텍스트 스타일을 편집합니다</a:t>
            </a:r>
            <a:endParaRPr lang="ko-KR" altLang="en-US"/>
          </a:p>
        </p:txBody>
      </p:sp>
      <p:sp>
        <p:nvSpPr>
          <p:cNvPr id="5" name=""/>
          <p:cNvSpPr>
            <a:spLocks noGrp="1"/>
          </p:cNvSpPr>
          <p:nvPr>
            <p:ph type="dt" sz="half" idx="10"/>
          </p:nvPr>
        </p:nvSpPr>
        <p:spPr/>
        <p:txBody>
          <a:bodyPr/>
          <a:lstStyle/>
          <a:p>
            <a:pPr>
              <a:defRPr lang="ko-KR" altLang="en-US"/>
            </a:pPr>
            <a:fld id="{CE7B55B4-ABD7-4977-92EB-815D4255D59E}" type="datetime1">
              <a:rPr lang="ko-KR" altLang="en-US"/>
              <a:pPr>
                <a:defRPr lang="ko-KR" altLang="en-US"/>
              </a:pPr>
              <a:t>2026-03-03</a:t>
            </a:fld>
            <a:endParaRPr lang="ko-KR" altLang="en-US"/>
          </a:p>
        </p:txBody>
      </p:sp>
      <p:sp>
        <p:nvSpPr>
          <p:cNvPr id="6" name=""/>
          <p:cNvSpPr>
            <a:spLocks noGrp="1"/>
          </p:cNvSpPr>
          <p:nvPr>
            <p:ph type="ftr" sz="quarter" idx="11"/>
          </p:nvPr>
        </p:nvSpPr>
        <p:spPr/>
        <p:txBody>
          <a:bodyPr/>
          <a:lstStyle/>
          <a:p>
            <a:pPr>
              <a:defRPr lang="ko-KR" altLang="en-US"/>
            </a:pPr>
            <a:r>
              <a:rPr lang="ko-KR" altLang="en-US"/>
              <a:t/>
            </a:r>
            <a:endParaRPr lang="ko-KR" altLang="en-US"/>
          </a:p>
        </p:txBody>
      </p:sp>
      <p:sp>
        <p:nvSpPr>
          <p:cNvPr id="7" name=""/>
          <p:cNvSpPr>
            <a:spLocks noGrp="1"/>
          </p:cNvSpPr>
          <p:nvPr>
            <p:ph type="sldNum" sz="quarter" idx="12"/>
          </p:nvPr>
        </p:nvSpPr>
        <p:spPr/>
        <p:txBody>
          <a:bodyPr/>
          <a:lstStyle/>
          <a:p>
            <a:pPr>
              <a:defRPr lang="ko-KR" altLang="en-US"/>
            </a:pPr>
            <a:fld id="{2C44E7A2-E421-4CB3-85A8-7A035C1FC4D7}" type="slidenum">
              <a:rPr lang="ko-KR" altLang="en-US"/>
              <a:pPr>
                <a:defRPr lang="ko-KR" altLang="en-US"/>
              </a:pPr>
              <a:t>‹#›</a:t>
            </a:fld>
            <a:endParaRPr lang="ko-KR" altLang="en-US"/>
          </a:p>
        </p:txBody>
      </p:sp>
      <p:grpSp>
        <p:nvGrpSpPr>
          <p:cNvPr id="11" name=""/>
          <p:cNvGrpSpPr/>
          <p:nvPr/>
        </p:nvGrpSpPr>
        <p:grpSpPr>
          <a:xfrm rot="0">
            <a:off x="1596029" y="746670"/>
            <a:ext cx="369423" cy="387738"/>
            <a:chOff x="1596030" y="746670"/>
            <a:chExt cx="369424" cy="387738"/>
          </a:xfrm>
        </p:grpSpPr>
        <p:sp>
          <p:nvSpPr>
            <p:cNvPr id="33" name=""/>
            <p:cNvSpPr/>
            <p:nvPr/>
          </p:nvSpPr>
          <p:spPr>
            <a:xfrm rot="19747338" flipV="1">
              <a:off x="1722360" y="746670"/>
              <a:ext cx="243094" cy="267614"/>
            </a:xfrm>
            <a:custGeom>
              <a:avLst/>
              <a:gdLst>
                <a:gd name="connsiteX0" fmla="*/ 0 w 285752"/>
                <a:gd name="connsiteY0" fmla="*/ 313055 h 313055"/>
                <a:gd name="connsiteX1" fmla="*/ 133592 w 285752"/>
                <a:gd name="connsiteY1" fmla="*/ 0 h 313055"/>
                <a:gd name="connsiteX2" fmla="*/ 285752 w 285752"/>
                <a:gd name="connsiteY2" fmla="*/ 313055 h 313055"/>
                <a:gd name="connsiteX3" fmla="*/ 0 w 285752"/>
                <a:gd name="connsiteY3" fmla="*/ 313055 h 313055"/>
                <a:gd name="connsiteX0" fmla="*/ 0 w 223529"/>
                <a:gd name="connsiteY0" fmla="*/ 313055 h 313055"/>
                <a:gd name="connsiteX1" fmla="*/ 133592 w 223529"/>
                <a:gd name="connsiteY1" fmla="*/ 0 h 313055"/>
                <a:gd name="connsiteX2" fmla="*/ 223529 w 223529"/>
                <a:gd name="connsiteY2" fmla="*/ 151214 h 313055"/>
                <a:gd name="connsiteX3" fmla="*/ 0 w 223529"/>
                <a:gd name="connsiteY3" fmla="*/ 313055 h 313055"/>
                <a:gd name="connsiteX0" fmla="*/ 0 w 259379"/>
                <a:gd name="connsiteY0" fmla="*/ 313055 h 313055"/>
                <a:gd name="connsiteX1" fmla="*/ 133592 w 259379"/>
                <a:gd name="connsiteY1" fmla="*/ 0 h 313055"/>
                <a:gd name="connsiteX2" fmla="*/ 259379 w 259379"/>
                <a:gd name="connsiteY2" fmla="*/ 197939 h 313055"/>
                <a:gd name="connsiteX3" fmla="*/ 0 w 259379"/>
                <a:gd name="connsiteY3" fmla="*/ 313055 h 313055"/>
                <a:gd name="connsiteX0" fmla="*/ 0 w 259379"/>
                <a:gd name="connsiteY0" fmla="*/ 167990 h 167990"/>
                <a:gd name="connsiteX1" fmla="*/ 72391 w 259379"/>
                <a:gd name="connsiteY1" fmla="*/ 0 h 167990"/>
                <a:gd name="connsiteX2" fmla="*/ 259379 w 259379"/>
                <a:gd name="connsiteY2" fmla="*/ 52874 h 167990"/>
                <a:gd name="connsiteX3" fmla="*/ 0 w 259379"/>
                <a:gd name="connsiteY3" fmla="*/ 167990 h 167990"/>
                <a:gd name="connsiteX0" fmla="*/ 0 w 267322"/>
                <a:gd name="connsiteY0" fmla="*/ 167990 h 167990"/>
                <a:gd name="connsiteX1" fmla="*/ 72391 w 267322"/>
                <a:gd name="connsiteY1" fmla="*/ 0 h 167990"/>
                <a:gd name="connsiteX2" fmla="*/ 267322 w 267322"/>
                <a:gd name="connsiteY2" fmla="*/ 10698 h 167990"/>
                <a:gd name="connsiteX3" fmla="*/ 0 w 267322"/>
                <a:gd name="connsiteY3" fmla="*/ 167990 h 167990"/>
                <a:gd name="connsiteX0" fmla="*/ 0 w 260239"/>
                <a:gd name="connsiteY0" fmla="*/ 167990 h 167990"/>
                <a:gd name="connsiteX1" fmla="*/ 72391 w 260239"/>
                <a:gd name="connsiteY1" fmla="*/ 0 h 167990"/>
                <a:gd name="connsiteX2" fmla="*/ 260239 w 260239"/>
                <a:gd name="connsiteY2" fmla="*/ 22612 h 167990"/>
                <a:gd name="connsiteX3" fmla="*/ 0 w 260239"/>
                <a:gd name="connsiteY3" fmla="*/ 167990 h 167990"/>
                <a:gd name="connsiteX0" fmla="*/ 0 w 260239"/>
                <a:gd name="connsiteY0" fmla="*/ 148806 h 148806"/>
                <a:gd name="connsiteX1" fmla="*/ 36767 w 260239"/>
                <a:gd name="connsiteY1" fmla="*/ 0 h 148806"/>
                <a:gd name="connsiteX2" fmla="*/ 260239 w 260239"/>
                <a:gd name="connsiteY2" fmla="*/ 3428 h 148806"/>
                <a:gd name="connsiteX3" fmla="*/ 0 w 260239"/>
                <a:gd name="connsiteY3" fmla="*/ 148806 h 148806"/>
                <a:gd name="connsiteX0" fmla="*/ 0 w 260239"/>
                <a:gd name="connsiteY0" fmla="*/ 197385 h 197385"/>
                <a:gd name="connsiteX1" fmla="*/ 56591 w 260239"/>
                <a:gd name="connsiteY1" fmla="*/ 0 h 197385"/>
                <a:gd name="connsiteX2" fmla="*/ 260239 w 260239"/>
                <a:gd name="connsiteY2" fmla="*/ 52007 h 197385"/>
                <a:gd name="connsiteX3" fmla="*/ 0 w 260239"/>
                <a:gd name="connsiteY3" fmla="*/ 197385 h 197385"/>
                <a:gd name="connsiteX0" fmla="*/ 0 w 243094"/>
                <a:gd name="connsiteY0" fmla="*/ 197385 h 197385"/>
                <a:gd name="connsiteX1" fmla="*/ 56591 w 243094"/>
                <a:gd name="connsiteY1" fmla="*/ 0 h 197385"/>
                <a:gd name="connsiteX2" fmla="*/ 243094 w 243094"/>
                <a:gd name="connsiteY2" fmla="*/ 51139 h 197385"/>
                <a:gd name="connsiteX3" fmla="*/ 0 w 243094"/>
                <a:gd name="connsiteY3" fmla="*/ 197385 h 197385"/>
                <a:gd name="connsiteX0" fmla="*/ 0 w 243094"/>
                <a:gd name="connsiteY0" fmla="*/ 267614 h 267614"/>
                <a:gd name="connsiteX1" fmla="*/ 81208 w 243094"/>
                <a:gd name="connsiteY1" fmla="*/ 0 h 267614"/>
                <a:gd name="connsiteX2" fmla="*/ 243094 w 243094"/>
                <a:gd name="connsiteY2" fmla="*/ 121368 h 267614"/>
                <a:gd name="connsiteX3" fmla="*/ 0 w 243094"/>
                <a:gd name="connsiteY3" fmla="*/ 267614 h 267614"/>
              </a:gdLst>
              <a:cxnLst>
                <a:cxn ang="0">
                  <a:pos x="connsiteX0" y="connsiteY0"/>
                </a:cxn>
                <a:cxn ang="0">
                  <a:pos x="connsiteX1" y="connsiteY1"/>
                </a:cxn>
                <a:cxn ang="0">
                  <a:pos x="connsiteX2" y="connsiteY2"/>
                </a:cxn>
                <a:cxn ang="0">
                  <a:pos x="connsiteX3" y="connsiteY3"/>
                </a:cxn>
              </a:cxnLst>
              <a:rect l="l" t="t" r="r" b="b"/>
              <a:pathLst>
                <a:path w="243094" h="267614">
                  <a:moveTo>
                    <a:pt x="0" y="267614"/>
                  </a:moveTo>
                  <a:lnTo>
                    <a:pt x="81208" y="0"/>
                  </a:lnTo>
                  <a:lnTo>
                    <a:pt x="243094" y="121368"/>
                  </a:lnTo>
                  <a:lnTo>
                    <a:pt x="0" y="267614"/>
                  </a:lnTo>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sp>
          <p:nvSpPr>
            <p:cNvPr id="34" name=""/>
            <p:cNvSpPr/>
            <p:nvPr/>
          </p:nvSpPr>
          <p:spPr>
            <a:xfrm rot="17889738" flipH="1" flipV="1">
              <a:off x="1601534" y="868665"/>
              <a:ext cx="260239" cy="271247"/>
            </a:xfrm>
            <a:custGeom>
              <a:avLst/>
              <a:gdLst>
                <a:gd name="connsiteX0" fmla="*/ 0 w 285752"/>
                <a:gd name="connsiteY0" fmla="*/ 313055 h 313055"/>
                <a:gd name="connsiteX1" fmla="*/ 133592 w 285752"/>
                <a:gd name="connsiteY1" fmla="*/ 0 h 313055"/>
                <a:gd name="connsiteX2" fmla="*/ 285752 w 285752"/>
                <a:gd name="connsiteY2" fmla="*/ 313055 h 313055"/>
                <a:gd name="connsiteX3" fmla="*/ 0 w 285752"/>
                <a:gd name="connsiteY3" fmla="*/ 313055 h 313055"/>
                <a:gd name="connsiteX0" fmla="*/ 0 w 223529"/>
                <a:gd name="connsiteY0" fmla="*/ 313055 h 313055"/>
                <a:gd name="connsiteX1" fmla="*/ 133592 w 223529"/>
                <a:gd name="connsiteY1" fmla="*/ 0 h 313055"/>
                <a:gd name="connsiteX2" fmla="*/ 223529 w 223529"/>
                <a:gd name="connsiteY2" fmla="*/ 151214 h 313055"/>
                <a:gd name="connsiteX3" fmla="*/ 0 w 223529"/>
                <a:gd name="connsiteY3" fmla="*/ 313055 h 313055"/>
                <a:gd name="connsiteX0" fmla="*/ 0 w 259379"/>
                <a:gd name="connsiteY0" fmla="*/ 313055 h 313055"/>
                <a:gd name="connsiteX1" fmla="*/ 133592 w 259379"/>
                <a:gd name="connsiteY1" fmla="*/ 0 h 313055"/>
                <a:gd name="connsiteX2" fmla="*/ 259379 w 259379"/>
                <a:gd name="connsiteY2" fmla="*/ 197939 h 313055"/>
                <a:gd name="connsiteX3" fmla="*/ 0 w 259379"/>
                <a:gd name="connsiteY3" fmla="*/ 313055 h 313055"/>
                <a:gd name="connsiteX0" fmla="*/ 0 w 259379"/>
                <a:gd name="connsiteY0" fmla="*/ 167990 h 167990"/>
                <a:gd name="connsiteX1" fmla="*/ 72391 w 259379"/>
                <a:gd name="connsiteY1" fmla="*/ 0 h 167990"/>
                <a:gd name="connsiteX2" fmla="*/ 259379 w 259379"/>
                <a:gd name="connsiteY2" fmla="*/ 52874 h 167990"/>
                <a:gd name="connsiteX3" fmla="*/ 0 w 259379"/>
                <a:gd name="connsiteY3" fmla="*/ 167990 h 167990"/>
                <a:gd name="connsiteX0" fmla="*/ 0 w 267322"/>
                <a:gd name="connsiteY0" fmla="*/ 167990 h 167990"/>
                <a:gd name="connsiteX1" fmla="*/ 72391 w 267322"/>
                <a:gd name="connsiteY1" fmla="*/ 0 h 167990"/>
                <a:gd name="connsiteX2" fmla="*/ 267322 w 267322"/>
                <a:gd name="connsiteY2" fmla="*/ 10698 h 167990"/>
                <a:gd name="connsiteX3" fmla="*/ 0 w 267322"/>
                <a:gd name="connsiteY3" fmla="*/ 167990 h 167990"/>
                <a:gd name="connsiteX0" fmla="*/ 0 w 260239"/>
                <a:gd name="connsiteY0" fmla="*/ 167990 h 167990"/>
                <a:gd name="connsiteX1" fmla="*/ 72391 w 260239"/>
                <a:gd name="connsiteY1" fmla="*/ 0 h 167990"/>
                <a:gd name="connsiteX2" fmla="*/ 260239 w 260239"/>
                <a:gd name="connsiteY2" fmla="*/ 22612 h 167990"/>
                <a:gd name="connsiteX3" fmla="*/ 0 w 260239"/>
                <a:gd name="connsiteY3" fmla="*/ 167990 h 167990"/>
                <a:gd name="connsiteX0" fmla="*/ 0 w 260239"/>
                <a:gd name="connsiteY0" fmla="*/ 148806 h 148806"/>
                <a:gd name="connsiteX1" fmla="*/ 36767 w 260239"/>
                <a:gd name="connsiteY1" fmla="*/ 0 h 148806"/>
                <a:gd name="connsiteX2" fmla="*/ 260239 w 260239"/>
                <a:gd name="connsiteY2" fmla="*/ 3428 h 148806"/>
                <a:gd name="connsiteX3" fmla="*/ 0 w 260239"/>
                <a:gd name="connsiteY3" fmla="*/ 148806 h 148806"/>
                <a:gd name="connsiteX0" fmla="*/ 0 w 260239"/>
                <a:gd name="connsiteY0" fmla="*/ 197385 h 197385"/>
                <a:gd name="connsiteX1" fmla="*/ 56591 w 260239"/>
                <a:gd name="connsiteY1" fmla="*/ 0 h 197385"/>
                <a:gd name="connsiteX2" fmla="*/ 260239 w 260239"/>
                <a:gd name="connsiteY2" fmla="*/ 52007 h 197385"/>
                <a:gd name="connsiteX3" fmla="*/ 0 w 260239"/>
                <a:gd name="connsiteY3" fmla="*/ 197385 h 197385"/>
                <a:gd name="connsiteX0" fmla="*/ 0 w 260239"/>
                <a:gd name="connsiteY0" fmla="*/ 271247 h 271247"/>
                <a:gd name="connsiteX1" fmla="*/ 68388 w 260239"/>
                <a:gd name="connsiteY1" fmla="*/ 0 h 271247"/>
                <a:gd name="connsiteX2" fmla="*/ 260239 w 260239"/>
                <a:gd name="connsiteY2" fmla="*/ 125869 h 271247"/>
                <a:gd name="connsiteX3" fmla="*/ 0 w 260239"/>
                <a:gd name="connsiteY3" fmla="*/ 271247 h 271247"/>
              </a:gdLst>
              <a:cxnLst>
                <a:cxn ang="0">
                  <a:pos x="connsiteX0" y="connsiteY0"/>
                </a:cxn>
                <a:cxn ang="0">
                  <a:pos x="connsiteX1" y="connsiteY1"/>
                </a:cxn>
                <a:cxn ang="0">
                  <a:pos x="connsiteX2" y="connsiteY2"/>
                </a:cxn>
                <a:cxn ang="0">
                  <a:pos x="connsiteX3" y="connsiteY3"/>
                </a:cxn>
              </a:cxnLst>
              <a:rect l="l" t="t" r="r" b="b"/>
              <a:pathLst>
                <a:path w="260239" h="271247">
                  <a:moveTo>
                    <a:pt x="0" y="271247"/>
                  </a:moveTo>
                  <a:lnTo>
                    <a:pt x="68388" y="0"/>
                  </a:lnTo>
                  <a:lnTo>
                    <a:pt x="260239" y="125869"/>
                  </a:lnTo>
                  <a:lnTo>
                    <a:pt x="0" y="271247"/>
                  </a:lnTo>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grpSp>
      <p:grpSp>
        <p:nvGrpSpPr>
          <p:cNvPr id="12" name=""/>
          <p:cNvGrpSpPr/>
          <p:nvPr/>
        </p:nvGrpSpPr>
        <p:grpSpPr>
          <a:xfrm rot="0" flipH="1">
            <a:off x="7143768" y="746670"/>
            <a:ext cx="369423" cy="387738"/>
            <a:chOff x="1596030" y="746670"/>
            <a:chExt cx="369424" cy="387738"/>
          </a:xfrm>
        </p:grpSpPr>
        <p:sp>
          <p:nvSpPr>
            <p:cNvPr id="38" name=""/>
            <p:cNvSpPr/>
            <p:nvPr/>
          </p:nvSpPr>
          <p:spPr>
            <a:xfrm rot="19747338" flipV="1">
              <a:off x="1722360" y="746670"/>
              <a:ext cx="243094" cy="267614"/>
            </a:xfrm>
            <a:custGeom>
              <a:avLst/>
              <a:gdLst>
                <a:gd name="connsiteX0" fmla="*/ 0 w 285752"/>
                <a:gd name="connsiteY0" fmla="*/ 313055 h 313055"/>
                <a:gd name="connsiteX1" fmla="*/ 133592 w 285752"/>
                <a:gd name="connsiteY1" fmla="*/ 0 h 313055"/>
                <a:gd name="connsiteX2" fmla="*/ 285752 w 285752"/>
                <a:gd name="connsiteY2" fmla="*/ 313055 h 313055"/>
                <a:gd name="connsiteX3" fmla="*/ 0 w 285752"/>
                <a:gd name="connsiteY3" fmla="*/ 313055 h 313055"/>
                <a:gd name="connsiteX0" fmla="*/ 0 w 223529"/>
                <a:gd name="connsiteY0" fmla="*/ 313055 h 313055"/>
                <a:gd name="connsiteX1" fmla="*/ 133592 w 223529"/>
                <a:gd name="connsiteY1" fmla="*/ 0 h 313055"/>
                <a:gd name="connsiteX2" fmla="*/ 223529 w 223529"/>
                <a:gd name="connsiteY2" fmla="*/ 151214 h 313055"/>
                <a:gd name="connsiteX3" fmla="*/ 0 w 223529"/>
                <a:gd name="connsiteY3" fmla="*/ 313055 h 313055"/>
                <a:gd name="connsiteX0" fmla="*/ 0 w 259379"/>
                <a:gd name="connsiteY0" fmla="*/ 313055 h 313055"/>
                <a:gd name="connsiteX1" fmla="*/ 133592 w 259379"/>
                <a:gd name="connsiteY1" fmla="*/ 0 h 313055"/>
                <a:gd name="connsiteX2" fmla="*/ 259379 w 259379"/>
                <a:gd name="connsiteY2" fmla="*/ 197939 h 313055"/>
                <a:gd name="connsiteX3" fmla="*/ 0 w 259379"/>
                <a:gd name="connsiteY3" fmla="*/ 313055 h 313055"/>
                <a:gd name="connsiteX0" fmla="*/ 0 w 259379"/>
                <a:gd name="connsiteY0" fmla="*/ 167990 h 167990"/>
                <a:gd name="connsiteX1" fmla="*/ 72391 w 259379"/>
                <a:gd name="connsiteY1" fmla="*/ 0 h 167990"/>
                <a:gd name="connsiteX2" fmla="*/ 259379 w 259379"/>
                <a:gd name="connsiteY2" fmla="*/ 52874 h 167990"/>
                <a:gd name="connsiteX3" fmla="*/ 0 w 259379"/>
                <a:gd name="connsiteY3" fmla="*/ 167990 h 167990"/>
                <a:gd name="connsiteX0" fmla="*/ 0 w 267322"/>
                <a:gd name="connsiteY0" fmla="*/ 167990 h 167990"/>
                <a:gd name="connsiteX1" fmla="*/ 72391 w 267322"/>
                <a:gd name="connsiteY1" fmla="*/ 0 h 167990"/>
                <a:gd name="connsiteX2" fmla="*/ 267322 w 267322"/>
                <a:gd name="connsiteY2" fmla="*/ 10698 h 167990"/>
                <a:gd name="connsiteX3" fmla="*/ 0 w 267322"/>
                <a:gd name="connsiteY3" fmla="*/ 167990 h 167990"/>
                <a:gd name="connsiteX0" fmla="*/ 0 w 260239"/>
                <a:gd name="connsiteY0" fmla="*/ 167990 h 167990"/>
                <a:gd name="connsiteX1" fmla="*/ 72391 w 260239"/>
                <a:gd name="connsiteY1" fmla="*/ 0 h 167990"/>
                <a:gd name="connsiteX2" fmla="*/ 260239 w 260239"/>
                <a:gd name="connsiteY2" fmla="*/ 22612 h 167990"/>
                <a:gd name="connsiteX3" fmla="*/ 0 w 260239"/>
                <a:gd name="connsiteY3" fmla="*/ 167990 h 167990"/>
                <a:gd name="connsiteX0" fmla="*/ 0 w 260239"/>
                <a:gd name="connsiteY0" fmla="*/ 148806 h 148806"/>
                <a:gd name="connsiteX1" fmla="*/ 36767 w 260239"/>
                <a:gd name="connsiteY1" fmla="*/ 0 h 148806"/>
                <a:gd name="connsiteX2" fmla="*/ 260239 w 260239"/>
                <a:gd name="connsiteY2" fmla="*/ 3428 h 148806"/>
                <a:gd name="connsiteX3" fmla="*/ 0 w 260239"/>
                <a:gd name="connsiteY3" fmla="*/ 148806 h 148806"/>
                <a:gd name="connsiteX0" fmla="*/ 0 w 260239"/>
                <a:gd name="connsiteY0" fmla="*/ 197385 h 197385"/>
                <a:gd name="connsiteX1" fmla="*/ 56591 w 260239"/>
                <a:gd name="connsiteY1" fmla="*/ 0 h 197385"/>
                <a:gd name="connsiteX2" fmla="*/ 260239 w 260239"/>
                <a:gd name="connsiteY2" fmla="*/ 52007 h 197385"/>
                <a:gd name="connsiteX3" fmla="*/ 0 w 260239"/>
                <a:gd name="connsiteY3" fmla="*/ 197385 h 197385"/>
                <a:gd name="connsiteX0" fmla="*/ 0 w 243094"/>
                <a:gd name="connsiteY0" fmla="*/ 197385 h 197385"/>
                <a:gd name="connsiteX1" fmla="*/ 56591 w 243094"/>
                <a:gd name="connsiteY1" fmla="*/ 0 h 197385"/>
                <a:gd name="connsiteX2" fmla="*/ 243094 w 243094"/>
                <a:gd name="connsiteY2" fmla="*/ 51139 h 197385"/>
                <a:gd name="connsiteX3" fmla="*/ 0 w 243094"/>
                <a:gd name="connsiteY3" fmla="*/ 197385 h 197385"/>
                <a:gd name="connsiteX0" fmla="*/ 0 w 243094"/>
                <a:gd name="connsiteY0" fmla="*/ 267614 h 267614"/>
                <a:gd name="connsiteX1" fmla="*/ 81208 w 243094"/>
                <a:gd name="connsiteY1" fmla="*/ 0 h 267614"/>
                <a:gd name="connsiteX2" fmla="*/ 243094 w 243094"/>
                <a:gd name="connsiteY2" fmla="*/ 121368 h 267614"/>
                <a:gd name="connsiteX3" fmla="*/ 0 w 243094"/>
                <a:gd name="connsiteY3" fmla="*/ 267614 h 267614"/>
              </a:gdLst>
              <a:cxnLst>
                <a:cxn ang="0">
                  <a:pos x="connsiteX0" y="connsiteY0"/>
                </a:cxn>
                <a:cxn ang="0">
                  <a:pos x="connsiteX1" y="connsiteY1"/>
                </a:cxn>
                <a:cxn ang="0">
                  <a:pos x="connsiteX2" y="connsiteY2"/>
                </a:cxn>
                <a:cxn ang="0">
                  <a:pos x="connsiteX3" y="connsiteY3"/>
                </a:cxn>
              </a:cxnLst>
              <a:rect l="l" t="t" r="r" b="b"/>
              <a:pathLst>
                <a:path w="243094" h="267614">
                  <a:moveTo>
                    <a:pt x="0" y="267614"/>
                  </a:moveTo>
                  <a:lnTo>
                    <a:pt x="81208" y="0"/>
                  </a:lnTo>
                  <a:lnTo>
                    <a:pt x="243094" y="121368"/>
                  </a:lnTo>
                  <a:lnTo>
                    <a:pt x="0" y="267614"/>
                  </a:lnTo>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sp>
          <p:nvSpPr>
            <p:cNvPr id="39" name=""/>
            <p:cNvSpPr/>
            <p:nvPr/>
          </p:nvSpPr>
          <p:spPr>
            <a:xfrm rot="17889738" flipH="1" flipV="1">
              <a:off x="1601534" y="868665"/>
              <a:ext cx="260239" cy="271247"/>
            </a:xfrm>
            <a:custGeom>
              <a:avLst/>
              <a:gdLst>
                <a:gd name="connsiteX0" fmla="*/ 0 w 285752"/>
                <a:gd name="connsiteY0" fmla="*/ 313055 h 313055"/>
                <a:gd name="connsiteX1" fmla="*/ 133592 w 285752"/>
                <a:gd name="connsiteY1" fmla="*/ 0 h 313055"/>
                <a:gd name="connsiteX2" fmla="*/ 285752 w 285752"/>
                <a:gd name="connsiteY2" fmla="*/ 313055 h 313055"/>
                <a:gd name="connsiteX3" fmla="*/ 0 w 285752"/>
                <a:gd name="connsiteY3" fmla="*/ 313055 h 313055"/>
                <a:gd name="connsiteX0" fmla="*/ 0 w 223529"/>
                <a:gd name="connsiteY0" fmla="*/ 313055 h 313055"/>
                <a:gd name="connsiteX1" fmla="*/ 133592 w 223529"/>
                <a:gd name="connsiteY1" fmla="*/ 0 h 313055"/>
                <a:gd name="connsiteX2" fmla="*/ 223529 w 223529"/>
                <a:gd name="connsiteY2" fmla="*/ 151214 h 313055"/>
                <a:gd name="connsiteX3" fmla="*/ 0 w 223529"/>
                <a:gd name="connsiteY3" fmla="*/ 313055 h 313055"/>
                <a:gd name="connsiteX0" fmla="*/ 0 w 259379"/>
                <a:gd name="connsiteY0" fmla="*/ 313055 h 313055"/>
                <a:gd name="connsiteX1" fmla="*/ 133592 w 259379"/>
                <a:gd name="connsiteY1" fmla="*/ 0 h 313055"/>
                <a:gd name="connsiteX2" fmla="*/ 259379 w 259379"/>
                <a:gd name="connsiteY2" fmla="*/ 197939 h 313055"/>
                <a:gd name="connsiteX3" fmla="*/ 0 w 259379"/>
                <a:gd name="connsiteY3" fmla="*/ 313055 h 313055"/>
                <a:gd name="connsiteX0" fmla="*/ 0 w 259379"/>
                <a:gd name="connsiteY0" fmla="*/ 167990 h 167990"/>
                <a:gd name="connsiteX1" fmla="*/ 72391 w 259379"/>
                <a:gd name="connsiteY1" fmla="*/ 0 h 167990"/>
                <a:gd name="connsiteX2" fmla="*/ 259379 w 259379"/>
                <a:gd name="connsiteY2" fmla="*/ 52874 h 167990"/>
                <a:gd name="connsiteX3" fmla="*/ 0 w 259379"/>
                <a:gd name="connsiteY3" fmla="*/ 167990 h 167990"/>
                <a:gd name="connsiteX0" fmla="*/ 0 w 267322"/>
                <a:gd name="connsiteY0" fmla="*/ 167990 h 167990"/>
                <a:gd name="connsiteX1" fmla="*/ 72391 w 267322"/>
                <a:gd name="connsiteY1" fmla="*/ 0 h 167990"/>
                <a:gd name="connsiteX2" fmla="*/ 267322 w 267322"/>
                <a:gd name="connsiteY2" fmla="*/ 10698 h 167990"/>
                <a:gd name="connsiteX3" fmla="*/ 0 w 267322"/>
                <a:gd name="connsiteY3" fmla="*/ 167990 h 167990"/>
                <a:gd name="connsiteX0" fmla="*/ 0 w 260239"/>
                <a:gd name="connsiteY0" fmla="*/ 167990 h 167990"/>
                <a:gd name="connsiteX1" fmla="*/ 72391 w 260239"/>
                <a:gd name="connsiteY1" fmla="*/ 0 h 167990"/>
                <a:gd name="connsiteX2" fmla="*/ 260239 w 260239"/>
                <a:gd name="connsiteY2" fmla="*/ 22612 h 167990"/>
                <a:gd name="connsiteX3" fmla="*/ 0 w 260239"/>
                <a:gd name="connsiteY3" fmla="*/ 167990 h 167990"/>
                <a:gd name="connsiteX0" fmla="*/ 0 w 260239"/>
                <a:gd name="connsiteY0" fmla="*/ 148806 h 148806"/>
                <a:gd name="connsiteX1" fmla="*/ 36767 w 260239"/>
                <a:gd name="connsiteY1" fmla="*/ 0 h 148806"/>
                <a:gd name="connsiteX2" fmla="*/ 260239 w 260239"/>
                <a:gd name="connsiteY2" fmla="*/ 3428 h 148806"/>
                <a:gd name="connsiteX3" fmla="*/ 0 w 260239"/>
                <a:gd name="connsiteY3" fmla="*/ 148806 h 148806"/>
                <a:gd name="connsiteX0" fmla="*/ 0 w 260239"/>
                <a:gd name="connsiteY0" fmla="*/ 197385 h 197385"/>
                <a:gd name="connsiteX1" fmla="*/ 56591 w 260239"/>
                <a:gd name="connsiteY1" fmla="*/ 0 h 197385"/>
                <a:gd name="connsiteX2" fmla="*/ 260239 w 260239"/>
                <a:gd name="connsiteY2" fmla="*/ 52007 h 197385"/>
                <a:gd name="connsiteX3" fmla="*/ 0 w 260239"/>
                <a:gd name="connsiteY3" fmla="*/ 197385 h 197385"/>
                <a:gd name="connsiteX0" fmla="*/ 0 w 260239"/>
                <a:gd name="connsiteY0" fmla="*/ 271247 h 271247"/>
                <a:gd name="connsiteX1" fmla="*/ 68388 w 260239"/>
                <a:gd name="connsiteY1" fmla="*/ 0 h 271247"/>
                <a:gd name="connsiteX2" fmla="*/ 260239 w 260239"/>
                <a:gd name="connsiteY2" fmla="*/ 125869 h 271247"/>
                <a:gd name="connsiteX3" fmla="*/ 0 w 260239"/>
                <a:gd name="connsiteY3" fmla="*/ 271247 h 271247"/>
              </a:gdLst>
              <a:cxnLst>
                <a:cxn ang="0">
                  <a:pos x="connsiteX0" y="connsiteY0"/>
                </a:cxn>
                <a:cxn ang="0">
                  <a:pos x="connsiteX1" y="connsiteY1"/>
                </a:cxn>
                <a:cxn ang="0">
                  <a:pos x="connsiteX2" y="connsiteY2"/>
                </a:cxn>
                <a:cxn ang="0">
                  <a:pos x="connsiteX3" y="connsiteY3"/>
                </a:cxn>
              </a:cxnLst>
              <a:rect l="l" t="t" r="r" b="b"/>
              <a:pathLst>
                <a:path w="260239" h="271247">
                  <a:moveTo>
                    <a:pt x="0" y="271247"/>
                  </a:moveTo>
                  <a:lnTo>
                    <a:pt x="68388" y="0"/>
                  </a:lnTo>
                  <a:lnTo>
                    <a:pt x="260239" y="125869"/>
                  </a:lnTo>
                  <a:lnTo>
                    <a:pt x="0" y="271247"/>
                  </a:lnTo>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grpSp>
      <p:grpSp>
        <p:nvGrpSpPr>
          <p:cNvPr id="13" name=""/>
          <p:cNvGrpSpPr/>
          <p:nvPr/>
        </p:nvGrpSpPr>
        <p:grpSpPr>
          <a:xfrm rot="0" flipV="1">
            <a:off x="1596029" y="4910148"/>
            <a:ext cx="369423" cy="387738"/>
            <a:chOff x="1596030" y="746670"/>
            <a:chExt cx="369424" cy="387738"/>
          </a:xfrm>
        </p:grpSpPr>
        <p:sp>
          <p:nvSpPr>
            <p:cNvPr id="41" name=""/>
            <p:cNvSpPr/>
            <p:nvPr/>
          </p:nvSpPr>
          <p:spPr>
            <a:xfrm rot="19747338" flipV="1">
              <a:off x="1722360" y="746670"/>
              <a:ext cx="243094" cy="267614"/>
            </a:xfrm>
            <a:custGeom>
              <a:avLst/>
              <a:gdLst>
                <a:gd name="connsiteX0" fmla="*/ 0 w 285752"/>
                <a:gd name="connsiteY0" fmla="*/ 313055 h 313055"/>
                <a:gd name="connsiteX1" fmla="*/ 133592 w 285752"/>
                <a:gd name="connsiteY1" fmla="*/ 0 h 313055"/>
                <a:gd name="connsiteX2" fmla="*/ 285752 w 285752"/>
                <a:gd name="connsiteY2" fmla="*/ 313055 h 313055"/>
                <a:gd name="connsiteX3" fmla="*/ 0 w 285752"/>
                <a:gd name="connsiteY3" fmla="*/ 313055 h 313055"/>
                <a:gd name="connsiteX0" fmla="*/ 0 w 223529"/>
                <a:gd name="connsiteY0" fmla="*/ 313055 h 313055"/>
                <a:gd name="connsiteX1" fmla="*/ 133592 w 223529"/>
                <a:gd name="connsiteY1" fmla="*/ 0 h 313055"/>
                <a:gd name="connsiteX2" fmla="*/ 223529 w 223529"/>
                <a:gd name="connsiteY2" fmla="*/ 151214 h 313055"/>
                <a:gd name="connsiteX3" fmla="*/ 0 w 223529"/>
                <a:gd name="connsiteY3" fmla="*/ 313055 h 313055"/>
                <a:gd name="connsiteX0" fmla="*/ 0 w 259379"/>
                <a:gd name="connsiteY0" fmla="*/ 313055 h 313055"/>
                <a:gd name="connsiteX1" fmla="*/ 133592 w 259379"/>
                <a:gd name="connsiteY1" fmla="*/ 0 h 313055"/>
                <a:gd name="connsiteX2" fmla="*/ 259379 w 259379"/>
                <a:gd name="connsiteY2" fmla="*/ 197939 h 313055"/>
                <a:gd name="connsiteX3" fmla="*/ 0 w 259379"/>
                <a:gd name="connsiteY3" fmla="*/ 313055 h 313055"/>
                <a:gd name="connsiteX0" fmla="*/ 0 w 259379"/>
                <a:gd name="connsiteY0" fmla="*/ 167990 h 167990"/>
                <a:gd name="connsiteX1" fmla="*/ 72391 w 259379"/>
                <a:gd name="connsiteY1" fmla="*/ 0 h 167990"/>
                <a:gd name="connsiteX2" fmla="*/ 259379 w 259379"/>
                <a:gd name="connsiteY2" fmla="*/ 52874 h 167990"/>
                <a:gd name="connsiteX3" fmla="*/ 0 w 259379"/>
                <a:gd name="connsiteY3" fmla="*/ 167990 h 167990"/>
                <a:gd name="connsiteX0" fmla="*/ 0 w 267322"/>
                <a:gd name="connsiteY0" fmla="*/ 167990 h 167990"/>
                <a:gd name="connsiteX1" fmla="*/ 72391 w 267322"/>
                <a:gd name="connsiteY1" fmla="*/ 0 h 167990"/>
                <a:gd name="connsiteX2" fmla="*/ 267322 w 267322"/>
                <a:gd name="connsiteY2" fmla="*/ 10698 h 167990"/>
                <a:gd name="connsiteX3" fmla="*/ 0 w 267322"/>
                <a:gd name="connsiteY3" fmla="*/ 167990 h 167990"/>
                <a:gd name="connsiteX0" fmla="*/ 0 w 260239"/>
                <a:gd name="connsiteY0" fmla="*/ 167990 h 167990"/>
                <a:gd name="connsiteX1" fmla="*/ 72391 w 260239"/>
                <a:gd name="connsiteY1" fmla="*/ 0 h 167990"/>
                <a:gd name="connsiteX2" fmla="*/ 260239 w 260239"/>
                <a:gd name="connsiteY2" fmla="*/ 22612 h 167990"/>
                <a:gd name="connsiteX3" fmla="*/ 0 w 260239"/>
                <a:gd name="connsiteY3" fmla="*/ 167990 h 167990"/>
                <a:gd name="connsiteX0" fmla="*/ 0 w 260239"/>
                <a:gd name="connsiteY0" fmla="*/ 148806 h 148806"/>
                <a:gd name="connsiteX1" fmla="*/ 36767 w 260239"/>
                <a:gd name="connsiteY1" fmla="*/ 0 h 148806"/>
                <a:gd name="connsiteX2" fmla="*/ 260239 w 260239"/>
                <a:gd name="connsiteY2" fmla="*/ 3428 h 148806"/>
                <a:gd name="connsiteX3" fmla="*/ 0 w 260239"/>
                <a:gd name="connsiteY3" fmla="*/ 148806 h 148806"/>
                <a:gd name="connsiteX0" fmla="*/ 0 w 260239"/>
                <a:gd name="connsiteY0" fmla="*/ 197385 h 197385"/>
                <a:gd name="connsiteX1" fmla="*/ 56591 w 260239"/>
                <a:gd name="connsiteY1" fmla="*/ 0 h 197385"/>
                <a:gd name="connsiteX2" fmla="*/ 260239 w 260239"/>
                <a:gd name="connsiteY2" fmla="*/ 52007 h 197385"/>
                <a:gd name="connsiteX3" fmla="*/ 0 w 260239"/>
                <a:gd name="connsiteY3" fmla="*/ 197385 h 197385"/>
                <a:gd name="connsiteX0" fmla="*/ 0 w 243094"/>
                <a:gd name="connsiteY0" fmla="*/ 197385 h 197385"/>
                <a:gd name="connsiteX1" fmla="*/ 56591 w 243094"/>
                <a:gd name="connsiteY1" fmla="*/ 0 h 197385"/>
                <a:gd name="connsiteX2" fmla="*/ 243094 w 243094"/>
                <a:gd name="connsiteY2" fmla="*/ 51139 h 197385"/>
                <a:gd name="connsiteX3" fmla="*/ 0 w 243094"/>
                <a:gd name="connsiteY3" fmla="*/ 197385 h 197385"/>
                <a:gd name="connsiteX0" fmla="*/ 0 w 243094"/>
                <a:gd name="connsiteY0" fmla="*/ 267614 h 267614"/>
                <a:gd name="connsiteX1" fmla="*/ 81208 w 243094"/>
                <a:gd name="connsiteY1" fmla="*/ 0 h 267614"/>
                <a:gd name="connsiteX2" fmla="*/ 243094 w 243094"/>
                <a:gd name="connsiteY2" fmla="*/ 121368 h 267614"/>
                <a:gd name="connsiteX3" fmla="*/ 0 w 243094"/>
                <a:gd name="connsiteY3" fmla="*/ 267614 h 267614"/>
              </a:gdLst>
              <a:cxnLst>
                <a:cxn ang="0">
                  <a:pos x="connsiteX0" y="connsiteY0"/>
                </a:cxn>
                <a:cxn ang="0">
                  <a:pos x="connsiteX1" y="connsiteY1"/>
                </a:cxn>
                <a:cxn ang="0">
                  <a:pos x="connsiteX2" y="connsiteY2"/>
                </a:cxn>
                <a:cxn ang="0">
                  <a:pos x="connsiteX3" y="connsiteY3"/>
                </a:cxn>
              </a:cxnLst>
              <a:rect l="l" t="t" r="r" b="b"/>
              <a:pathLst>
                <a:path w="243094" h="267614">
                  <a:moveTo>
                    <a:pt x="0" y="267614"/>
                  </a:moveTo>
                  <a:lnTo>
                    <a:pt x="81208" y="0"/>
                  </a:lnTo>
                  <a:lnTo>
                    <a:pt x="243094" y="121368"/>
                  </a:lnTo>
                  <a:lnTo>
                    <a:pt x="0" y="267614"/>
                  </a:lnTo>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sp>
          <p:nvSpPr>
            <p:cNvPr id="42" name=""/>
            <p:cNvSpPr/>
            <p:nvPr/>
          </p:nvSpPr>
          <p:spPr>
            <a:xfrm rot="17889738" flipH="1" flipV="1">
              <a:off x="1601534" y="868665"/>
              <a:ext cx="260239" cy="271247"/>
            </a:xfrm>
            <a:custGeom>
              <a:avLst/>
              <a:gdLst>
                <a:gd name="connsiteX0" fmla="*/ 0 w 285752"/>
                <a:gd name="connsiteY0" fmla="*/ 313055 h 313055"/>
                <a:gd name="connsiteX1" fmla="*/ 133592 w 285752"/>
                <a:gd name="connsiteY1" fmla="*/ 0 h 313055"/>
                <a:gd name="connsiteX2" fmla="*/ 285752 w 285752"/>
                <a:gd name="connsiteY2" fmla="*/ 313055 h 313055"/>
                <a:gd name="connsiteX3" fmla="*/ 0 w 285752"/>
                <a:gd name="connsiteY3" fmla="*/ 313055 h 313055"/>
                <a:gd name="connsiteX0" fmla="*/ 0 w 223529"/>
                <a:gd name="connsiteY0" fmla="*/ 313055 h 313055"/>
                <a:gd name="connsiteX1" fmla="*/ 133592 w 223529"/>
                <a:gd name="connsiteY1" fmla="*/ 0 h 313055"/>
                <a:gd name="connsiteX2" fmla="*/ 223529 w 223529"/>
                <a:gd name="connsiteY2" fmla="*/ 151214 h 313055"/>
                <a:gd name="connsiteX3" fmla="*/ 0 w 223529"/>
                <a:gd name="connsiteY3" fmla="*/ 313055 h 313055"/>
                <a:gd name="connsiteX0" fmla="*/ 0 w 259379"/>
                <a:gd name="connsiteY0" fmla="*/ 313055 h 313055"/>
                <a:gd name="connsiteX1" fmla="*/ 133592 w 259379"/>
                <a:gd name="connsiteY1" fmla="*/ 0 h 313055"/>
                <a:gd name="connsiteX2" fmla="*/ 259379 w 259379"/>
                <a:gd name="connsiteY2" fmla="*/ 197939 h 313055"/>
                <a:gd name="connsiteX3" fmla="*/ 0 w 259379"/>
                <a:gd name="connsiteY3" fmla="*/ 313055 h 313055"/>
                <a:gd name="connsiteX0" fmla="*/ 0 w 259379"/>
                <a:gd name="connsiteY0" fmla="*/ 167990 h 167990"/>
                <a:gd name="connsiteX1" fmla="*/ 72391 w 259379"/>
                <a:gd name="connsiteY1" fmla="*/ 0 h 167990"/>
                <a:gd name="connsiteX2" fmla="*/ 259379 w 259379"/>
                <a:gd name="connsiteY2" fmla="*/ 52874 h 167990"/>
                <a:gd name="connsiteX3" fmla="*/ 0 w 259379"/>
                <a:gd name="connsiteY3" fmla="*/ 167990 h 167990"/>
                <a:gd name="connsiteX0" fmla="*/ 0 w 267322"/>
                <a:gd name="connsiteY0" fmla="*/ 167990 h 167990"/>
                <a:gd name="connsiteX1" fmla="*/ 72391 w 267322"/>
                <a:gd name="connsiteY1" fmla="*/ 0 h 167990"/>
                <a:gd name="connsiteX2" fmla="*/ 267322 w 267322"/>
                <a:gd name="connsiteY2" fmla="*/ 10698 h 167990"/>
                <a:gd name="connsiteX3" fmla="*/ 0 w 267322"/>
                <a:gd name="connsiteY3" fmla="*/ 167990 h 167990"/>
                <a:gd name="connsiteX0" fmla="*/ 0 w 260239"/>
                <a:gd name="connsiteY0" fmla="*/ 167990 h 167990"/>
                <a:gd name="connsiteX1" fmla="*/ 72391 w 260239"/>
                <a:gd name="connsiteY1" fmla="*/ 0 h 167990"/>
                <a:gd name="connsiteX2" fmla="*/ 260239 w 260239"/>
                <a:gd name="connsiteY2" fmla="*/ 22612 h 167990"/>
                <a:gd name="connsiteX3" fmla="*/ 0 w 260239"/>
                <a:gd name="connsiteY3" fmla="*/ 167990 h 167990"/>
                <a:gd name="connsiteX0" fmla="*/ 0 w 260239"/>
                <a:gd name="connsiteY0" fmla="*/ 148806 h 148806"/>
                <a:gd name="connsiteX1" fmla="*/ 36767 w 260239"/>
                <a:gd name="connsiteY1" fmla="*/ 0 h 148806"/>
                <a:gd name="connsiteX2" fmla="*/ 260239 w 260239"/>
                <a:gd name="connsiteY2" fmla="*/ 3428 h 148806"/>
                <a:gd name="connsiteX3" fmla="*/ 0 w 260239"/>
                <a:gd name="connsiteY3" fmla="*/ 148806 h 148806"/>
                <a:gd name="connsiteX0" fmla="*/ 0 w 260239"/>
                <a:gd name="connsiteY0" fmla="*/ 197385 h 197385"/>
                <a:gd name="connsiteX1" fmla="*/ 56591 w 260239"/>
                <a:gd name="connsiteY1" fmla="*/ 0 h 197385"/>
                <a:gd name="connsiteX2" fmla="*/ 260239 w 260239"/>
                <a:gd name="connsiteY2" fmla="*/ 52007 h 197385"/>
                <a:gd name="connsiteX3" fmla="*/ 0 w 260239"/>
                <a:gd name="connsiteY3" fmla="*/ 197385 h 197385"/>
                <a:gd name="connsiteX0" fmla="*/ 0 w 260239"/>
                <a:gd name="connsiteY0" fmla="*/ 271247 h 271247"/>
                <a:gd name="connsiteX1" fmla="*/ 68388 w 260239"/>
                <a:gd name="connsiteY1" fmla="*/ 0 h 271247"/>
                <a:gd name="connsiteX2" fmla="*/ 260239 w 260239"/>
                <a:gd name="connsiteY2" fmla="*/ 125869 h 271247"/>
                <a:gd name="connsiteX3" fmla="*/ 0 w 260239"/>
                <a:gd name="connsiteY3" fmla="*/ 271247 h 271247"/>
              </a:gdLst>
              <a:cxnLst>
                <a:cxn ang="0">
                  <a:pos x="connsiteX0" y="connsiteY0"/>
                </a:cxn>
                <a:cxn ang="0">
                  <a:pos x="connsiteX1" y="connsiteY1"/>
                </a:cxn>
                <a:cxn ang="0">
                  <a:pos x="connsiteX2" y="connsiteY2"/>
                </a:cxn>
                <a:cxn ang="0">
                  <a:pos x="connsiteX3" y="connsiteY3"/>
                </a:cxn>
              </a:cxnLst>
              <a:rect l="l" t="t" r="r" b="b"/>
              <a:pathLst>
                <a:path w="260239" h="271247">
                  <a:moveTo>
                    <a:pt x="0" y="271247"/>
                  </a:moveTo>
                  <a:lnTo>
                    <a:pt x="68388" y="0"/>
                  </a:lnTo>
                  <a:lnTo>
                    <a:pt x="260239" y="125869"/>
                  </a:lnTo>
                  <a:lnTo>
                    <a:pt x="0" y="271247"/>
                  </a:lnTo>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grpSp>
      <p:grpSp>
        <p:nvGrpSpPr>
          <p:cNvPr id="14" name=""/>
          <p:cNvGrpSpPr/>
          <p:nvPr/>
        </p:nvGrpSpPr>
        <p:grpSpPr>
          <a:xfrm rot="0" flipH="1" flipV="1">
            <a:off x="7143768" y="4910148"/>
            <a:ext cx="369423" cy="387738"/>
            <a:chOff x="1596030" y="746670"/>
            <a:chExt cx="369424" cy="387738"/>
          </a:xfrm>
        </p:grpSpPr>
        <p:sp>
          <p:nvSpPr>
            <p:cNvPr id="44" name=""/>
            <p:cNvSpPr/>
            <p:nvPr/>
          </p:nvSpPr>
          <p:spPr>
            <a:xfrm rot="19747338" flipV="1">
              <a:off x="1722360" y="746670"/>
              <a:ext cx="243094" cy="267614"/>
            </a:xfrm>
            <a:custGeom>
              <a:avLst/>
              <a:gdLst>
                <a:gd name="connsiteX0" fmla="*/ 0 w 285752"/>
                <a:gd name="connsiteY0" fmla="*/ 313055 h 313055"/>
                <a:gd name="connsiteX1" fmla="*/ 133592 w 285752"/>
                <a:gd name="connsiteY1" fmla="*/ 0 h 313055"/>
                <a:gd name="connsiteX2" fmla="*/ 285752 w 285752"/>
                <a:gd name="connsiteY2" fmla="*/ 313055 h 313055"/>
                <a:gd name="connsiteX3" fmla="*/ 0 w 285752"/>
                <a:gd name="connsiteY3" fmla="*/ 313055 h 313055"/>
                <a:gd name="connsiteX0" fmla="*/ 0 w 223529"/>
                <a:gd name="connsiteY0" fmla="*/ 313055 h 313055"/>
                <a:gd name="connsiteX1" fmla="*/ 133592 w 223529"/>
                <a:gd name="connsiteY1" fmla="*/ 0 h 313055"/>
                <a:gd name="connsiteX2" fmla="*/ 223529 w 223529"/>
                <a:gd name="connsiteY2" fmla="*/ 151214 h 313055"/>
                <a:gd name="connsiteX3" fmla="*/ 0 w 223529"/>
                <a:gd name="connsiteY3" fmla="*/ 313055 h 313055"/>
                <a:gd name="connsiteX0" fmla="*/ 0 w 259379"/>
                <a:gd name="connsiteY0" fmla="*/ 313055 h 313055"/>
                <a:gd name="connsiteX1" fmla="*/ 133592 w 259379"/>
                <a:gd name="connsiteY1" fmla="*/ 0 h 313055"/>
                <a:gd name="connsiteX2" fmla="*/ 259379 w 259379"/>
                <a:gd name="connsiteY2" fmla="*/ 197939 h 313055"/>
                <a:gd name="connsiteX3" fmla="*/ 0 w 259379"/>
                <a:gd name="connsiteY3" fmla="*/ 313055 h 313055"/>
                <a:gd name="connsiteX0" fmla="*/ 0 w 259379"/>
                <a:gd name="connsiteY0" fmla="*/ 167990 h 167990"/>
                <a:gd name="connsiteX1" fmla="*/ 72391 w 259379"/>
                <a:gd name="connsiteY1" fmla="*/ 0 h 167990"/>
                <a:gd name="connsiteX2" fmla="*/ 259379 w 259379"/>
                <a:gd name="connsiteY2" fmla="*/ 52874 h 167990"/>
                <a:gd name="connsiteX3" fmla="*/ 0 w 259379"/>
                <a:gd name="connsiteY3" fmla="*/ 167990 h 167990"/>
                <a:gd name="connsiteX0" fmla="*/ 0 w 267322"/>
                <a:gd name="connsiteY0" fmla="*/ 167990 h 167990"/>
                <a:gd name="connsiteX1" fmla="*/ 72391 w 267322"/>
                <a:gd name="connsiteY1" fmla="*/ 0 h 167990"/>
                <a:gd name="connsiteX2" fmla="*/ 267322 w 267322"/>
                <a:gd name="connsiteY2" fmla="*/ 10698 h 167990"/>
                <a:gd name="connsiteX3" fmla="*/ 0 w 267322"/>
                <a:gd name="connsiteY3" fmla="*/ 167990 h 167990"/>
                <a:gd name="connsiteX0" fmla="*/ 0 w 260239"/>
                <a:gd name="connsiteY0" fmla="*/ 167990 h 167990"/>
                <a:gd name="connsiteX1" fmla="*/ 72391 w 260239"/>
                <a:gd name="connsiteY1" fmla="*/ 0 h 167990"/>
                <a:gd name="connsiteX2" fmla="*/ 260239 w 260239"/>
                <a:gd name="connsiteY2" fmla="*/ 22612 h 167990"/>
                <a:gd name="connsiteX3" fmla="*/ 0 w 260239"/>
                <a:gd name="connsiteY3" fmla="*/ 167990 h 167990"/>
                <a:gd name="connsiteX0" fmla="*/ 0 w 260239"/>
                <a:gd name="connsiteY0" fmla="*/ 148806 h 148806"/>
                <a:gd name="connsiteX1" fmla="*/ 36767 w 260239"/>
                <a:gd name="connsiteY1" fmla="*/ 0 h 148806"/>
                <a:gd name="connsiteX2" fmla="*/ 260239 w 260239"/>
                <a:gd name="connsiteY2" fmla="*/ 3428 h 148806"/>
                <a:gd name="connsiteX3" fmla="*/ 0 w 260239"/>
                <a:gd name="connsiteY3" fmla="*/ 148806 h 148806"/>
                <a:gd name="connsiteX0" fmla="*/ 0 w 260239"/>
                <a:gd name="connsiteY0" fmla="*/ 197385 h 197385"/>
                <a:gd name="connsiteX1" fmla="*/ 56591 w 260239"/>
                <a:gd name="connsiteY1" fmla="*/ 0 h 197385"/>
                <a:gd name="connsiteX2" fmla="*/ 260239 w 260239"/>
                <a:gd name="connsiteY2" fmla="*/ 52007 h 197385"/>
                <a:gd name="connsiteX3" fmla="*/ 0 w 260239"/>
                <a:gd name="connsiteY3" fmla="*/ 197385 h 197385"/>
                <a:gd name="connsiteX0" fmla="*/ 0 w 243094"/>
                <a:gd name="connsiteY0" fmla="*/ 197385 h 197385"/>
                <a:gd name="connsiteX1" fmla="*/ 56591 w 243094"/>
                <a:gd name="connsiteY1" fmla="*/ 0 h 197385"/>
                <a:gd name="connsiteX2" fmla="*/ 243094 w 243094"/>
                <a:gd name="connsiteY2" fmla="*/ 51139 h 197385"/>
                <a:gd name="connsiteX3" fmla="*/ 0 w 243094"/>
                <a:gd name="connsiteY3" fmla="*/ 197385 h 197385"/>
                <a:gd name="connsiteX0" fmla="*/ 0 w 243094"/>
                <a:gd name="connsiteY0" fmla="*/ 267614 h 267614"/>
                <a:gd name="connsiteX1" fmla="*/ 81208 w 243094"/>
                <a:gd name="connsiteY1" fmla="*/ 0 h 267614"/>
                <a:gd name="connsiteX2" fmla="*/ 243094 w 243094"/>
                <a:gd name="connsiteY2" fmla="*/ 121368 h 267614"/>
                <a:gd name="connsiteX3" fmla="*/ 0 w 243094"/>
                <a:gd name="connsiteY3" fmla="*/ 267614 h 267614"/>
              </a:gdLst>
              <a:cxnLst>
                <a:cxn ang="0">
                  <a:pos x="connsiteX0" y="connsiteY0"/>
                </a:cxn>
                <a:cxn ang="0">
                  <a:pos x="connsiteX1" y="connsiteY1"/>
                </a:cxn>
                <a:cxn ang="0">
                  <a:pos x="connsiteX2" y="connsiteY2"/>
                </a:cxn>
                <a:cxn ang="0">
                  <a:pos x="connsiteX3" y="connsiteY3"/>
                </a:cxn>
              </a:cxnLst>
              <a:rect l="l" t="t" r="r" b="b"/>
              <a:pathLst>
                <a:path w="243094" h="267614">
                  <a:moveTo>
                    <a:pt x="0" y="267614"/>
                  </a:moveTo>
                  <a:lnTo>
                    <a:pt x="81208" y="0"/>
                  </a:lnTo>
                  <a:lnTo>
                    <a:pt x="243094" y="121368"/>
                  </a:lnTo>
                  <a:lnTo>
                    <a:pt x="0" y="267614"/>
                  </a:lnTo>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sp>
          <p:nvSpPr>
            <p:cNvPr id="45" name=""/>
            <p:cNvSpPr/>
            <p:nvPr/>
          </p:nvSpPr>
          <p:spPr>
            <a:xfrm rot="17889738" flipH="1" flipV="1">
              <a:off x="1601534" y="868665"/>
              <a:ext cx="260239" cy="271247"/>
            </a:xfrm>
            <a:custGeom>
              <a:avLst/>
              <a:gdLst>
                <a:gd name="connsiteX0" fmla="*/ 0 w 285752"/>
                <a:gd name="connsiteY0" fmla="*/ 313055 h 313055"/>
                <a:gd name="connsiteX1" fmla="*/ 133592 w 285752"/>
                <a:gd name="connsiteY1" fmla="*/ 0 h 313055"/>
                <a:gd name="connsiteX2" fmla="*/ 285752 w 285752"/>
                <a:gd name="connsiteY2" fmla="*/ 313055 h 313055"/>
                <a:gd name="connsiteX3" fmla="*/ 0 w 285752"/>
                <a:gd name="connsiteY3" fmla="*/ 313055 h 313055"/>
                <a:gd name="connsiteX0" fmla="*/ 0 w 223529"/>
                <a:gd name="connsiteY0" fmla="*/ 313055 h 313055"/>
                <a:gd name="connsiteX1" fmla="*/ 133592 w 223529"/>
                <a:gd name="connsiteY1" fmla="*/ 0 h 313055"/>
                <a:gd name="connsiteX2" fmla="*/ 223529 w 223529"/>
                <a:gd name="connsiteY2" fmla="*/ 151214 h 313055"/>
                <a:gd name="connsiteX3" fmla="*/ 0 w 223529"/>
                <a:gd name="connsiteY3" fmla="*/ 313055 h 313055"/>
                <a:gd name="connsiteX0" fmla="*/ 0 w 259379"/>
                <a:gd name="connsiteY0" fmla="*/ 313055 h 313055"/>
                <a:gd name="connsiteX1" fmla="*/ 133592 w 259379"/>
                <a:gd name="connsiteY1" fmla="*/ 0 h 313055"/>
                <a:gd name="connsiteX2" fmla="*/ 259379 w 259379"/>
                <a:gd name="connsiteY2" fmla="*/ 197939 h 313055"/>
                <a:gd name="connsiteX3" fmla="*/ 0 w 259379"/>
                <a:gd name="connsiteY3" fmla="*/ 313055 h 313055"/>
                <a:gd name="connsiteX0" fmla="*/ 0 w 259379"/>
                <a:gd name="connsiteY0" fmla="*/ 167990 h 167990"/>
                <a:gd name="connsiteX1" fmla="*/ 72391 w 259379"/>
                <a:gd name="connsiteY1" fmla="*/ 0 h 167990"/>
                <a:gd name="connsiteX2" fmla="*/ 259379 w 259379"/>
                <a:gd name="connsiteY2" fmla="*/ 52874 h 167990"/>
                <a:gd name="connsiteX3" fmla="*/ 0 w 259379"/>
                <a:gd name="connsiteY3" fmla="*/ 167990 h 167990"/>
                <a:gd name="connsiteX0" fmla="*/ 0 w 267322"/>
                <a:gd name="connsiteY0" fmla="*/ 167990 h 167990"/>
                <a:gd name="connsiteX1" fmla="*/ 72391 w 267322"/>
                <a:gd name="connsiteY1" fmla="*/ 0 h 167990"/>
                <a:gd name="connsiteX2" fmla="*/ 267322 w 267322"/>
                <a:gd name="connsiteY2" fmla="*/ 10698 h 167990"/>
                <a:gd name="connsiteX3" fmla="*/ 0 w 267322"/>
                <a:gd name="connsiteY3" fmla="*/ 167990 h 167990"/>
                <a:gd name="connsiteX0" fmla="*/ 0 w 260239"/>
                <a:gd name="connsiteY0" fmla="*/ 167990 h 167990"/>
                <a:gd name="connsiteX1" fmla="*/ 72391 w 260239"/>
                <a:gd name="connsiteY1" fmla="*/ 0 h 167990"/>
                <a:gd name="connsiteX2" fmla="*/ 260239 w 260239"/>
                <a:gd name="connsiteY2" fmla="*/ 22612 h 167990"/>
                <a:gd name="connsiteX3" fmla="*/ 0 w 260239"/>
                <a:gd name="connsiteY3" fmla="*/ 167990 h 167990"/>
                <a:gd name="connsiteX0" fmla="*/ 0 w 260239"/>
                <a:gd name="connsiteY0" fmla="*/ 148806 h 148806"/>
                <a:gd name="connsiteX1" fmla="*/ 36767 w 260239"/>
                <a:gd name="connsiteY1" fmla="*/ 0 h 148806"/>
                <a:gd name="connsiteX2" fmla="*/ 260239 w 260239"/>
                <a:gd name="connsiteY2" fmla="*/ 3428 h 148806"/>
                <a:gd name="connsiteX3" fmla="*/ 0 w 260239"/>
                <a:gd name="connsiteY3" fmla="*/ 148806 h 148806"/>
                <a:gd name="connsiteX0" fmla="*/ 0 w 260239"/>
                <a:gd name="connsiteY0" fmla="*/ 197385 h 197385"/>
                <a:gd name="connsiteX1" fmla="*/ 56591 w 260239"/>
                <a:gd name="connsiteY1" fmla="*/ 0 h 197385"/>
                <a:gd name="connsiteX2" fmla="*/ 260239 w 260239"/>
                <a:gd name="connsiteY2" fmla="*/ 52007 h 197385"/>
                <a:gd name="connsiteX3" fmla="*/ 0 w 260239"/>
                <a:gd name="connsiteY3" fmla="*/ 197385 h 197385"/>
                <a:gd name="connsiteX0" fmla="*/ 0 w 260239"/>
                <a:gd name="connsiteY0" fmla="*/ 271247 h 271247"/>
                <a:gd name="connsiteX1" fmla="*/ 68388 w 260239"/>
                <a:gd name="connsiteY1" fmla="*/ 0 h 271247"/>
                <a:gd name="connsiteX2" fmla="*/ 260239 w 260239"/>
                <a:gd name="connsiteY2" fmla="*/ 125869 h 271247"/>
                <a:gd name="connsiteX3" fmla="*/ 0 w 260239"/>
                <a:gd name="connsiteY3" fmla="*/ 271247 h 271247"/>
              </a:gdLst>
              <a:cxnLst>
                <a:cxn ang="0">
                  <a:pos x="connsiteX0" y="connsiteY0"/>
                </a:cxn>
                <a:cxn ang="0">
                  <a:pos x="connsiteX1" y="connsiteY1"/>
                </a:cxn>
                <a:cxn ang="0">
                  <a:pos x="connsiteX2" y="connsiteY2"/>
                </a:cxn>
                <a:cxn ang="0">
                  <a:pos x="connsiteX3" y="connsiteY3"/>
                </a:cxn>
              </a:cxnLst>
              <a:rect l="l" t="t" r="r" b="b"/>
              <a:pathLst>
                <a:path w="260239" h="271247">
                  <a:moveTo>
                    <a:pt x="0" y="271247"/>
                  </a:moveTo>
                  <a:lnTo>
                    <a:pt x="68388" y="0"/>
                  </a:lnTo>
                  <a:lnTo>
                    <a:pt x="260239" y="125869"/>
                  </a:lnTo>
                  <a:lnTo>
                    <a:pt x="0" y="271247"/>
                  </a:lnTo>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grpSp>
    </p:spTree>
  </p:cSld>
  <p:clrMapOvr>
    <a:masterClrMapping/>
  </p:clrMapOvr>
  <p:transition xmlns:mc="http://schemas.openxmlformats.org/markup-compatibility/2006" xmlns:hp="http://schemas.haansoft.com/office/presentation/8.0" mc:Ignorable="hp" hp:hslDur="500"/>
</p:sldLayout>
</file>

<file path=ppt/slideLayouts/slideLayout10.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1" matchingName="간지" type="objOnly" preserve="1">
  <p:cSld name="간지">
    <p:spTree>
      <p:nvGrpSpPr>
        <p:cNvPr id="1" name=""/>
        <p:cNvGrpSpPr/>
        <p:nvPr/>
      </p:nvGrpSpPr>
      <p:grpSpPr>
        <a:xfrm>
          <a:off x="0" y="0"/>
          <a:ext cx="0" cy="0"/>
          <a:chOff x="0" y="0"/>
          <a:chExt cx="0" cy="0"/>
        </a:xfrm>
      </p:grpSpPr>
      <p:pic>
        <p:nvPicPr>
          <p:cNvPr id="30" name="" descr="그림2.png"/>
          <p:cNvPicPr/>
          <p:nvPr/>
        </p:nvPicPr>
        <p:blipFill rotWithShape="1">
          <a:blip r:embed="rId2">
            <a:alphaModFix/>
            <a:duotone>
              <a:prstClr val="black"/>
              <a:schemeClr val="accent3">
                <a:tint val="45000"/>
                <a:satMod val="400000"/>
              </a:schemeClr>
            </a:duotone>
            <a:lum bright="16000" contrast="54000"/>
          </a:blip>
          <a:srcRect l="980" b="4710"/>
          <a:stretch>
            <a:fillRect/>
          </a:stretch>
        </p:blipFill>
        <p:spPr>
          <a:xfrm flipH="1">
            <a:off x="6615864" y="4118400"/>
            <a:ext cx="2384329" cy="2739600"/>
          </a:xfrm>
          <a:prstGeom prst="rect">
            <a:avLst/>
          </a:prstGeom>
        </p:spPr>
      </p:pic>
      <p:grpSp>
        <p:nvGrpSpPr>
          <p:cNvPr id="6" name=""/>
          <p:cNvGrpSpPr/>
          <p:nvPr/>
        </p:nvGrpSpPr>
        <p:grpSpPr>
          <a:xfrm rot="0" flipH="1">
            <a:off x="0" y="0"/>
            <a:ext cx="1500165" cy="6858000"/>
            <a:chOff x="7643834" y="0"/>
            <a:chExt cx="1500166" cy="6858000"/>
          </a:xfrm>
        </p:grpSpPr>
        <p:sp>
          <p:nvSpPr>
            <p:cNvPr id="7" name=""/>
            <p:cNvSpPr/>
            <p:nvPr/>
          </p:nvSpPr>
          <p:spPr>
            <a:xfrm rot="16200000" flipH="1">
              <a:off x="4964917" y="2678917"/>
              <a:ext cx="6858000" cy="15001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pic>
          <p:nvPicPr>
            <p:cNvPr id="8" name="" descr="전통무늬.png"/>
            <p:cNvPicPr>
              <a:picLocks noChangeAspect="1"/>
            </p:cNvPicPr>
            <p:nvPr/>
          </p:nvPicPr>
          <p:blipFill rotWithShape="1">
            <a:blip r:embed="rId3">
              <a:alphaModFix/>
              <a:lum/>
            </a:blip>
            <a:srcRect/>
            <a:stretch>
              <a:fillRect/>
            </a:stretch>
          </p:blipFill>
          <p:spPr>
            <a:xfrm rot="16200000">
              <a:off x="4964917" y="2678917"/>
              <a:ext cx="6858000" cy="1500166"/>
            </a:xfrm>
            <a:prstGeom prst="rect">
              <a:avLst/>
            </a:prstGeom>
          </p:spPr>
        </p:pic>
      </p:grpSp>
      <p:grpSp>
        <p:nvGrpSpPr>
          <p:cNvPr id="9" name=""/>
          <p:cNvGrpSpPr/>
          <p:nvPr/>
        </p:nvGrpSpPr>
        <p:grpSpPr>
          <a:xfrm rot="0" flipH="1">
            <a:off x="347265" y="0"/>
            <a:ext cx="2305800" cy="1713600"/>
            <a:chOff x="6215063" y="0"/>
            <a:chExt cx="3608387" cy="2012950"/>
          </a:xfrm>
          <a:solidFill>
            <a:schemeClr val="accent3">
              <a:lumMod val="75000"/>
              <a:alpha val="34000"/>
            </a:schemeClr>
          </a:solidFill>
        </p:grpSpPr>
        <p:sp>
          <p:nvSpPr>
            <p:cNvPr id="10" name=""/>
            <p:cNvSpPr/>
            <p:nvPr/>
          </p:nvSpPr>
          <p:spPr>
            <a:xfrm>
              <a:off x="9426575" y="0"/>
              <a:ext cx="396875" cy="404813"/>
            </a:xfrm>
            <a:custGeom>
              <a:avLst/>
              <a:gdLst/>
              <a:cxnLst>
                <a:cxn ang="0">
                  <a:pos x="16" y="107"/>
                </a:cxn>
                <a:cxn ang="0">
                  <a:pos x="16" y="107"/>
                </a:cxn>
                <a:cxn ang="0">
                  <a:pos x="18" y="129"/>
                </a:cxn>
                <a:cxn ang="0">
                  <a:pos x="16" y="148"/>
                </a:cxn>
                <a:cxn ang="0">
                  <a:pos x="15" y="167"/>
                </a:cxn>
                <a:cxn ang="0">
                  <a:pos x="13" y="185"/>
                </a:cxn>
                <a:cxn ang="0">
                  <a:pos x="7" y="220"/>
                </a:cxn>
                <a:cxn ang="0">
                  <a:pos x="0" y="255"/>
                </a:cxn>
                <a:cxn ang="0">
                  <a:pos x="0" y="255"/>
                </a:cxn>
                <a:cxn ang="0">
                  <a:pos x="21" y="247"/>
                </a:cxn>
                <a:cxn ang="0">
                  <a:pos x="40" y="237"/>
                </a:cxn>
                <a:cxn ang="0">
                  <a:pos x="59" y="226"/>
                </a:cxn>
                <a:cxn ang="0">
                  <a:pos x="78" y="213"/>
                </a:cxn>
                <a:cxn ang="0">
                  <a:pos x="96" y="200"/>
                </a:cxn>
                <a:cxn ang="0">
                  <a:pos x="115" y="186"/>
                </a:cxn>
                <a:cxn ang="0">
                  <a:pos x="132" y="172"/>
                </a:cxn>
                <a:cxn ang="0">
                  <a:pos x="148" y="156"/>
                </a:cxn>
                <a:cxn ang="0">
                  <a:pos x="164" y="140"/>
                </a:cxn>
                <a:cxn ang="0">
                  <a:pos x="180" y="123"/>
                </a:cxn>
                <a:cxn ang="0">
                  <a:pos x="194" y="103"/>
                </a:cxn>
                <a:cxn ang="0">
                  <a:pos x="209" y="84"/>
                </a:cxn>
                <a:cxn ang="0">
                  <a:pos x="220" y="64"/>
                </a:cxn>
                <a:cxn ang="0">
                  <a:pos x="231" y="43"/>
                </a:cxn>
                <a:cxn ang="0">
                  <a:pos x="242" y="22"/>
                </a:cxn>
                <a:cxn ang="0">
                  <a:pos x="250" y="0"/>
                </a:cxn>
                <a:cxn ang="0">
                  <a:pos x="161" y="0"/>
                </a:cxn>
                <a:cxn ang="0">
                  <a:pos x="161" y="0"/>
                </a:cxn>
                <a:cxn ang="0">
                  <a:pos x="167" y="13"/>
                </a:cxn>
                <a:cxn ang="0">
                  <a:pos x="170" y="27"/>
                </a:cxn>
                <a:cxn ang="0">
                  <a:pos x="170" y="40"/>
                </a:cxn>
                <a:cxn ang="0">
                  <a:pos x="167" y="53"/>
                </a:cxn>
                <a:cxn ang="0">
                  <a:pos x="161" y="65"/>
                </a:cxn>
                <a:cxn ang="0">
                  <a:pos x="153" y="76"/>
                </a:cxn>
                <a:cxn ang="0">
                  <a:pos x="143" y="86"/>
                </a:cxn>
                <a:cxn ang="0">
                  <a:pos x="132" y="95"/>
                </a:cxn>
                <a:cxn ang="0">
                  <a:pos x="118" y="103"/>
                </a:cxn>
                <a:cxn ang="0">
                  <a:pos x="105" y="110"/>
                </a:cxn>
                <a:cxn ang="0">
                  <a:pos x="89" y="115"/>
                </a:cxn>
                <a:cxn ang="0">
                  <a:pos x="75" y="118"/>
                </a:cxn>
                <a:cxn ang="0">
                  <a:pos x="59" y="118"/>
                </a:cxn>
                <a:cxn ang="0">
                  <a:pos x="45" y="118"/>
                </a:cxn>
                <a:cxn ang="0">
                  <a:pos x="30" y="113"/>
                </a:cxn>
                <a:cxn ang="0">
                  <a:pos x="16" y="107"/>
                </a:cxn>
                <a:cxn ang="0">
                  <a:pos x="16" y="107"/>
                </a:cxn>
              </a:cxnLst>
              <a:rect l="0" t="0" r="r" b="b"/>
              <a:pathLst>
                <a:path w="250" h="255">
                  <a:moveTo>
                    <a:pt x="16" y="107"/>
                  </a:moveTo>
                  <a:lnTo>
                    <a:pt x="16" y="107"/>
                  </a:lnTo>
                  <a:lnTo>
                    <a:pt x="18" y="129"/>
                  </a:lnTo>
                  <a:lnTo>
                    <a:pt x="16" y="148"/>
                  </a:lnTo>
                  <a:lnTo>
                    <a:pt x="15" y="167"/>
                  </a:lnTo>
                  <a:lnTo>
                    <a:pt x="13" y="185"/>
                  </a:lnTo>
                  <a:lnTo>
                    <a:pt x="7" y="220"/>
                  </a:lnTo>
                  <a:lnTo>
                    <a:pt x="0" y="255"/>
                  </a:lnTo>
                  <a:lnTo>
                    <a:pt x="0" y="255"/>
                  </a:lnTo>
                  <a:lnTo>
                    <a:pt x="21" y="247"/>
                  </a:lnTo>
                  <a:lnTo>
                    <a:pt x="40" y="237"/>
                  </a:lnTo>
                  <a:lnTo>
                    <a:pt x="59" y="226"/>
                  </a:lnTo>
                  <a:lnTo>
                    <a:pt x="78" y="213"/>
                  </a:lnTo>
                  <a:lnTo>
                    <a:pt x="96" y="200"/>
                  </a:lnTo>
                  <a:lnTo>
                    <a:pt x="115" y="186"/>
                  </a:lnTo>
                  <a:lnTo>
                    <a:pt x="132" y="172"/>
                  </a:lnTo>
                  <a:lnTo>
                    <a:pt x="148" y="156"/>
                  </a:lnTo>
                  <a:lnTo>
                    <a:pt x="164" y="140"/>
                  </a:lnTo>
                  <a:lnTo>
                    <a:pt x="180" y="123"/>
                  </a:lnTo>
                  <a:lnTo>
                    <a:pt x="194" y="103"/>
                  </a:lnTo>
                  <a:lnTo>
                    <a:pt x="209" y="84"/>
                  </a:lnTo>
                  <a:lnTo>
                    <a:pt x="220" y="64"/>
                  </a:lnTo>
                  <a:lnTo>
                    <a:pt x="231" y="43"/>
                  </a:lnTo>
                  <a:lnTo>
                    <a:pt x="242" y="22"/>
                  </a:lnTo>
                  <a:lnTo>
                    <a:pt x="250" y="0"/>
                  </a:lnTo>
                  <a:lnTo>
                    <a:pt x="161" y="0"/>
                  </a:lnTo>
                  <a:lnTo>
                    <a:pt x="161" y="0"/>
                  </a:lnTo>
                  <a:lnTo>
                    <a:pt x="167" y="13"/>
                  </a:lnTo>
                  <a:lnTo>
                    <a:pt x="170" y="27"/>
                  </a:lnTo>
                  <a:lnTo>
                    <a:pt x="170" y="40"/>
                  </a:lnTo>
                  <a:lnTo>
                    <a:pt x="167" y="53"/>
                  </a:lnTo>
                  <a:lnTo>
                    <a:pt x="161" y="65"/>
                  </a:lnTo>
                  <a:lnTo>
                    <a:pt x="153" y="76"/>
                  </a:lnTo>
                  <a:lnTo>
                    <a:pt x="143" y="86"/>
                  </a:lnTo>
                  <a:lnTo>
                    <a:pt x="132" y="95"/>
                  </a:lnTo>
                  <a:lnTo>
                    <a:pt x="118" y="103"/>
                  </a:lnTo>
                  <a:lnTo>
                    <a:pt x="105" y="110"/>
                  </a:lnTo>
                  <a:lnTo>
                    <a:pt x="89" y="115"/>
                  </a:lnTo>
                  <a:lnTo>
                    <a:pt x="75" y="118"/>
                  </a:lnTo>
                  <a:lnTo>
                    <a:pt x="59" y="118"/>
                  </a:lnTo>
                  <a:lnTo>
                    <a:pt x="45" y="118"/>
                  </a:lnTo>
                  <a:lnTo>
                    <a:pt x="30" y="113"/>
                  </a:lnTo>
                  <a:lnTo>
                    <a:pt x="16" y="107"/>
                  </a:lnTo>
                  <a:lnTo>
                    <a:pt x="16" y="107"/>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11" name=""/>
            <p:cNvSpPr/>
            <p:nvPr/>
          </p:nvSpPr>
          <p:spPr>
            <a:xfrm>
              <a:off x="9396413" y="0"/>
              <a:ext cx="239712" cy="139700"/>
            </a:xfrm>
            <a:custGeom>
              <a:avLst/>
              <a:gdLst/>
              <a:cxnLst>
                <a:cxn ang="0">
                  <a:pos x="35" y="76"/>
                </a:cxn>
                <a:cxn ang="0">
                  <a:pos x="35" y="76"/>
                </a:cxn>
                <a:cxn ang="0">
                  <a:pos x="75" y="83"/>
                </a:cxn>
                <a:cxn ang="0">
                  <a:pos x="96" y="86"/>
                </a:cxn>
                <a:cxn ang="0">
                  <a:pos x="113" y="88"/>
                </a:cxn>
                <a:cxn ang="0">
                  <a:pos x="123" y="86"/>
                </a:cxn>
                <a:cxn ang="0">
                  <a:pos x="129" y="84"/>
                </a:cxn>
                <a:cxn ang="0">
                  <a:pos x="137" y="81"/>
                </a:cxn>
                <a:cxn ang="0">
                  <a:pos x="142" y="76"/>
                </a:cxn>
                <a:cxn ang="0">
                  <a:pos x="147" y="68"/>
                </a:cxn>
                <a:cxn ang="0">
                  <a:pos x="150" y="60"/>
                </a:cxn>
                <a:cxn ang="0">
                  <a:pos x="151" y="49"/>
                </a:cxn>
                <a:cxn ang="0">
                  <a:pos x="151" y="37"/>
                </a:cxn>
                <a:cxn ang="0">
                  <a:pos x="151" y="37"/>
                </a:cxn>
                <a:cxn ang="0">
                  <a:pos x="150" y="32"/>
                </a:cxn>
                <a:cxn ang="0">
                  <a:pos x="147" y="25"/>
                </a:cxn>
                <a:cxn ang="0">
                  <a:pos x="143" y="22"/>
                </a:cxn>
                <a:cxn ang="0">
                  <a:pos x="139" y="19"/>
                </a:cxn>
                <a:cxn ang="0">
                  <a:pos x="127" y="14"/>
                </a:cxn>
                <a:cxn ang="0">
                  <a:pos x="115" y="11"/>
                </a:cxn>
                <a:cxn ang="0">
                  <a:pos x="86" y="6"/>
                </a:cxn>
                <a:cxn ang="0">
                  <a:pos x="72" y="3"/>
                </a:cxn>
                <a:cxn ang="0">
                  <a:pos x="61" y="0"/>
                </a:cxn>
                <a:cxn ang="0">
                  <a:pos x="0" y="0"/>
                </a:cxn>
                <a:cxn ang="0">
                  <a:pos x="0" y="0"/>
                </a:cxn>
                <a:cxn ang="0">
                  <a:pos x="10" y="18"/>
                </a:cxn>
                <a:cxn ang="0">
                  <a:pos x="19" y="37"/>
                </a:cxn>
                <a:cxn ang="0">
                  <a:pos x="35" y="76"/>
                </a:cxn>
                <a:cxn ang="0">
                  <a:pos x="35" y="76"/>
                </a:cxn>
              </a:cxnLst>
              <a:rect l="0" t="0" r="r" b="b"/>
              <a:pathLst>
                <a:path w="151" h="88">
                  <a:moveTo>
                    <a:pt x="35" y="76"/>
                  </a:moveTo>
                  <a:lnTo>
                    <a:pt x="35" y="76"/>
                  </a:lnTo>
                  <a:lnTo>
                    <a:pt x="75" y="83"/>
                  </a:lnTo>
                  <a:lnTo>
                    <a:pt x="96" y="86"/>
                  </a:lnTo>
                  <a:lnTo>
                    <a:pt x="113" y="88"/>
                  </a:lnTo>
                  <a:lnTo>
                    <a:pt x="123" y="86"/>
                  </a:lnTo>
                  <a:lnTo>
                    <a:pt x="129" y="84"/>
                  </a:lnTo>
                  <a:lnTo>
                    <a:pt x="137" y="81"/>
                  </a:lnTo>
                  <a:lnTo>
                    <a:pt x="142" y="76"/>
                  </a:lnTo>
                  <a:lnTo>
                    <a:pt x="147" y="68"/>
                  </a:lnTo>
                  <a:lnTo>
                    <a:pt x="150" y="60"/>
                  </a:lnTo>
                  <a:lnTo>
                    <a:pt x="151" y="49"/>
                  </a:lnTo>
                  <a:lnTo>
                    <a:pt x="151" y="37"/>
                  </a:lnTo>
                  <a:lnTo>
                    <a:pt x="151" y="37"/>
                  </a:lnTo>
                  <a:lnTo>
                    <a:pt x="150" y="32"/>
                  </a:lnTo>
                  <a:lnTo>
                    <a:pt x="147" y="25"/>
                  </a:lnTo>
                  <a:lnTo>
                    <a:pt x="143" y="22"/>
                  </a:lnTo>
                  <a:lnTo>
                    <a:pt x="139" y="19"/>
                  </a:lnTo>
                  <a:lnTo>
                    <a:pt x="127" y="14"/>
                  </a:lnTo>
                  <a:lnTo>
                    <a:pt x="115" y="11"/>
                  </a:lnTo>
                  <a:lnTo>
                    <a:pt x="86" y="6"/>
                  </a:lnTo>
                  <a:lnTo>
                    <a:pt x="72" y="3"/>
                  </a:lnTo>
                  <a:lnTo>
                    <a:pt x="61" y="0"/>
                  </a:lnTo>
                  <a:lnTo>
                    <a:pt x="0" y="0"/>
                  </a:lnTo>
                  <a:lnTo>
                    <a:pt x="0" y="0"/>
                  </a:lnTo>
                  <a:lnTo>
                    <a:pt x="10" y="18"/>
                  </a:lnTo>
                  <a:lnTo>
                    <a:pt x="19" y="37"/>
                  </a:lnTo>
                  <a:lnTo>
                    <a:pt x="35" y="76"/>
                  </a:lnTo>
                  <a:lnTo>
                    <a:pt x="35" y="76"/>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12" name=""/>
            <p:cNvSpPr/>
            <p:nvPr/>
          </p:nvSpPr>
          <p:spPr>
            <a:xfrm>
              <a:off x="8318500" y="0"/>
              <a:ext cx="150812" cy="206375"/>
            </a:xfrm>
            <a:custGeom>
              <a:avLst/>
              <a:gdLst/>
              <a:cxnLst>
                <a:cxn ang="0">
                  <a:pos x="0" y="130"/>
                </a:cxn>
                <a:cxn ang="0">
                  <a:pos x="0" y="130"/>
                </a:cxn>
                <a:cxn ang="0">
                  <a:pos x="25" y="99"/>
                </a:cxn>
                <a:cxn ang="0">
                  <a:pos x="49" y="67"/>
                </a:cxn>
                <a:cxn ang="0">
                  <a:pos x="95" y="0"/>
                </a:cxn>
                <a:cxn ang="0">
                  <a:pos x="52" y="0"/>
                </a:cxn>
                <a:cxn ang="0">
                  <a:pos x="52" y="0"/>
                </a:cxn>
                <a:cxn ang="0">
                  <a:pos x="37" y="37"/>
                </a:cxn>
                <a:cxn ang="0">
                  <a:pos x="21" y="70"/>
                </a:cxn>
                <a:cxn ang="0">
                  <a:pos x="8" y="102"/>
                </a:cxn>
                <a:cxn ang="0">
                  <a:pos x="3" y="116"/>
                </a:cxn>
                <a:cxn ang="0">
                  <a:pos x="0" y="130"/>
                </a:cxn>
                <a:cxn ang="0">
                  <a:pos x="0" y="130"/>
                </a:cxn>
              </a:cxnLst>
              <a:rect l="0" t="0" r="r" b="b"/>
              <a:pathLst>
                <a:path w="95" h="130">
                  <a:moveTo>
                    <a:pt x="0" y="130"/>
                  </a:moveTo>
                  <a:lnTo>
                    <a:pt x="0" y="130"/>
                  </a:lnTo>
                  <a:lnTo>
                    <a:pt x="25" y="99"/>
                  </a:lnTo>
                  <a:lnTo>
                    <a:pt x="49" y="67"/>
                  </a:lnTo>
                  <a:lnTo>
                    <a:pt x="95" y="0"/>
                  </a:lnTo>
                  <a:lnTo>
                    <a:pt x="52" y="0"/>
                  </a:lnTo>
                  <a:lnTo>
                    <a:pt x="52" y="0"/>
                  </a:lnTo>
                  <a:lnTo>
                    <a:pt x="37" y="37"/>
                  </a:lnTo>
                  <a:lnTo>
                    <a:pt x="21" y="70"/>
                  </a:lnTo>
                  <a:lnTo>
                    <a:pt x="8" y="102"/>
                  </a:lnTo>
                  <a:lnTo>
                    <a:pt x="3" y="116"/>
                  </a:lnTo>
                  <a:lnTo>
                    <a:pt x="0" y="130"/>
                  </a:lnTo>
                  <a:lnTo>
                    <a:pt x="0" y="130"/>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13" name=""/>
            <p:cNvSpPr/>
            <p:nvPr/>
          </p:nvSpPr>
          <p:spPr>
            <a:xfrm>
              <a:off x="7804150" y="0"/>
              <a:ext cx="1549400" cy="1362075"/>
            </a:xfrm>
            <a:custGeom>
              <a:avLst/>
              <a:gdLst/>
              <a:cxnLst>
                <a:cxn ang="0">
                  <a:pos x="720" y="253"/>
                </a:cxn>
                <a:cxn ang="0">
                  <a:pos x="758" y="274"/>
                </a:cxn>
                <a:cxn ang="0">
                  <a:pos x="774" y="294"/>
                </a:cxn>
                <a:cxn ang="0">
                  <a:pos x="765" y="331"/>
                </a:cxn>
                <a:cxn ang="0">
                  <a:pos x="730" y="417"/>
                </a:cxn>
                <a:cxn ang="0">
                  <a:pos x="687" y="496"/>
                </a:cxn>
                <a:cxn ang="0">
                  <a:pos x="634" y="570"/>
                </a:cxn>
                <a:cxn ang="0">
                  <a:pos x="574" y="633"/>
                </a:cxn>
                <a:cxn ang="0">
                  <a:pos x="504" y="689"/>
                </a:cxn>
                <a:cxn ang="0">
                  <a:pos x="426" y="735"/>
                </a:cxn>
                <a:cxn ang="0">
                  <a:pos x="340" y="770"/>
                </a:cxn>
                <a:cxn ang="0">
                  <a:pos x="246" y="795"/>
                </a:cxn>
                <a:cxn ang="0">
                  <a:pos x="146" y="808"/>
                </a:cxn>
                <a:cxn ang="0">
                  <a:pos x="36" y="808"/>
                </a:cxn>
                <a:cxn ang="0">
                  <a:pos x="23" y="818"/>
                </a:cxn>
                <a:cxn ang="0">
                  <a:pos x="111" y="846"/>
                </a:cxn>
                <a:cxn ang="0">
                  <a:pos x="209" y="858"/>
                </a:cxn>
                <a:cxn ang="0">
                  <a:pos x="305" y="850"/>
                </a:cxn>
                <a:cxn ang="0">
                  <a:pos x="389" y="819"/>
                </a:cxn>
                <a:cxn ang="0">
                  <a:pos x="423" y="797"/>
                </a:cxn>
                <a:cxn ang="0">
                  <a:pos x="448" y="767"/>
                </a:cxn>
                <a:cxn ang="0">
                  <a:pos x="454" y="776"/>
                </a:cxn>
                <a:cxn ang="0">
                  <a:pos x="456" y="821"/>
                </a:cxn>
                <a:cxn ang="0">
                  <a:pos x="491" y="808"/>
                </a:cxn>
                <a:cxn ang="0">
                  <a:pos x="518" y="786"/>
                </a:cxn>
                <a:cxn ang="0">
                  <a:pos x="556" y="727"/>
                </a:cxn>
                <a:cxn ang="0">
                  <a:pos x="580" y="689"/>
                </a:cxn>
                <a:cxn ang="0">
                  <a:pos x="596" y="700"/>
                </a:cxn>
                <a:cxn ang="0">
                  <a:pos x="606" y="716"/>
                </a:cxn>
                <a:cxn ang="0">
                  <a:pos x="620" y="719"/>
                </a:cxn>
                <a:cxn ang="0">
                  <a:pos x="674" y="659"/>
                </a:cxn>
                <a:cxn ang="0">
                  <a:pos x="714" y="584"/>
                </a:cxn>
                <a:cxn ang="0">
                  <a:pos x="753" y="471"/>
                </a:cxn>
                <a:cxn ang="0">
                  <a:pos x="803" y="328"/>
                </a:cxn>
                <a:cxn ang="0">
                  <a:pos x="833" y="304"/>
                </a:cxn>
                <a:cxn ang="0">
                  <a:pos x="898" y="309"/>
                </a:cxn>
                <a:cxn ang="0">
                  <a:pos x="959" y="299"/>
                </a:cxn>
                <a:cxn ang="0">
                  <a:pos x="973" y="282"/>
                </a:cxn>
                <a:cxn ang="0">
                  <a:pos x="951" y="253"/>
                </a:cxn>
                <a:cxn ang="0">
                  <a:pos x="895" y="229"/>
                </a:cxn>
                <a:cxn ang="0">
                  <a:pos x="795" y="202"/>
                </a:cxn>
                <a:cxn ang="0">
                  <a:pos x="790" y="188"/>
                </a:cxn>
                <a:cxn ang="0">
                  <a:pos x="863" y="175"/>
                </a:cxn>
                <a:cxn ang="0">
                  <a:pos x="903" y="161"/>
                </a:cxn>
                <a:cxn ang="0">
                  <a:pos x="925" y="140"/>
                </a:cxn>
                <a:cxn ang="0">
                  <a:pos x="922" y="126"/>
                </a:cxn>
                <a:cxn ang="0">
                  <a:pos x="878" y="113"/>
                </a:cxn>
                <a:cxn ang="0">
                  <a:pos x="814" y="107"/>
                </a:cxn>
                <a:cxn ang="0">
                  <a:pos x="782" y="92"/>
                </a:cxn>
                <a:cxn ang="0">
                  <a:pos x="838" y="83"/>
                </a:cxn>
                <a:cxn ang="0">
                  <a:pos x="874" y="65"/>
                </a:cxn>
                <a:cxn ang="0">
                  <a:pos x="887" y="48"/>
                </a:cxn>
                <a:cxn ang="0">
                  <a:pos x="890" y="30"/>
                </a:cxn>
                <a:cxn ang="0">
                  <a:pos x="806" y="18"/>
                </a:cxn>
                <a:cxn ang="0">
                  <a:pos x="720" y="6"/>
                </a:cxn>
                <a:cxn ang="0">
                  <a:pos x="666" y="0"/>
                </a:cxn>
                <a:cxn ang="0">
                  <a:pos x="688" y="22"/>
                </a:cxn>
                <a:cxn ang="0">
                  <a:pos x="712" y="65"/>
                </a:cxn>
                <a:cxn ang="0">
                  <a:pos x="728" y="111"/>
                </a:cxn>
                <a:cxn ang="0">
                  <a:pos x="731" y="162"/>
                </a:cxn>
                <a:cxn ang="0">
                  <a:pos x="725" y="213"/>
                </a:cxn>
                <a:cxn ang="0">
                  <a:pos x="712" y="247"/>
                </a:cxn>
              </a:cxnLst>
              <a:rect l="0" t="0" r="r" b="b"/>
              <a:pathLst>
                <a:path w="976" h="858">
                  <a:moveTo>
                    <a:pt x="712" y="247"/>
                  </a:moveTo>
                  <a:lnTo>
                    <a:pt x="712" y="247"/>
                  </a:lnTo>
                  <a:lnTo>
                    <a:pt x="720" y="253"/>
                  </a:lnTo>
                  <a:lnTo>
                    <a:pt x="730" y="259"/>
                  </a:lnTo>
                  <a:lnTo>
                    <a:pt x="749" y="269"/>
                  </a:lnTo>
                  <a:lnTo>
                    <a:pt x="758" y="274"/>
                  </a:lnTo>
                  <a:lnTo>
                    <a:pt x="766" y="280"/>
                  </a:lnTo>
                  <a:lnTo>
                    <a:pt x="773" y="290"/>
                  </a:lnTo>
                  <a:lnTo>
                    <a:pt x="774" y="294"/>
                  </a:lnTo>
                  <a:lnTo>
                    <a:pt x="774" y="301"/>
                  </a:lnTo>
                  <a:lnTo>
                    <a:pt x="774" y="301"/>
                  </a:lnTo>
                  <a:lnTo>
                    <a:pt x="765" y="331"/>
                  </a:lnTo>
                  <a:lnTo>
                    <a:pt x="755" y="360"/>
                  </a:lnTo>
                  <a:lnTo>
                    <a:pt x="742" y="390"/>
                  </a:lnTo>
                  <a:lnTo>
                    <a:pt x="730" y="417"/>
                  </a:lnTo>
                  <a:lnTo>
                    <a:pt x="717" y="444"/>
                  </a:lnTo>
                  <a:lnTo>
                    <a:pt x="703" y="471"/>
                  </a:lnTo>
                  <a:lnTo>
                    <a:pt x="687" y="496"/>
                  </a:lnTo>
                  <a:lnTo>
                    <a:pt x="671" y="522"/>
                  </a:lnTo>
                  <a:lnTo>
                    <a:pt x="653" y="546"/>
                  </a:lnTo>
                  <a:lnTo>
                    <a:pt x="634" y="570"/>
                  </a:lnTo>
                  <a:lnTo>
                    <a:pt x="615" y="592"/>
                  </a:lnTo>
                  <a:lnTo>
                    <a:pt x="594" y="613"/>
                  </a:lnTo>
                  <a:lnTo>
                    <a:pt x="574" y="633"/>
                  </a:lnTo>
                  <a:lnTo>
                    <a:pt x="551" y="652"/>
                  </a:lnTo>
                  <a:lnTo>
                    <a:pt x="528" y="671"/>
                  </a:lnTo>
                  <a:lnTo>
                    <a:pt x="504" y="689"/>
                  </a:lnTo>
                  <a:lnTo>
                    <a:pt x="478" y="705"/>
                  </a:lnTo>
                  <a:lnTo>
                    <a:pt x="453" y="721"/>
                  </a:lnTo>
                  <a:lnTo>
                    <a:pt x="426" y="735"/>
                  </a:lnTo>
                  <a:lnTo>
                    <a:pt x="399" y="748"/>
                  </a:lnTo>
                  <a:lnTo>
                    <a:pt x="370" y="760"/>
                  </a:lnTo>
                  <a:lnTo>
                    <a:pt x="340" y="770"/>
                  </a:lnTo>
                  <a:lnTo>
                    <a:pt x="310" y="780"/>
                  </a:lnTo>
                  <a:lnTo>
                    <a:pt x="278" y="789"/>
                  </a:lnTo>
                  <a:lnTo>
                    <a:pt x="246" y="795"/>
                  </a:lnTo>
                  <a:lnTo>
                    <a:pt x="214" y="800"/>
                  </a:lnTo>
                  <a:lnTo>
                    <a:pt x="179" y="805"/>
                  </a:lnTo>
                  <a:lnTo>
                    <a:pt x="146" y="808"/>
                  </a:lnTo>
                  <a:lnTo>
                    <a:pt x="109" y="810"/>
                  </a:lnTo>
                  <a:lnTo>
                    <a:pt x="74" y="810"/>
                  </a:lnTo>
                  <a:lnTo>
                    <a:pt x="36" y="808"/>
                  </a:lnTo>
                  <a:lnTo>
                    <a:pt x="0" y="805"/>
                  </a:lnTo>
                  <a:lnTo>
                    <a:pt x="0" y="805"/>
                  </a:lnTo>
                  <a:lnTo>
                    <a:pt x="23" y="818"/>
                  </a:lnTo>
                  <a:lnTo>
                    <a:pt x="50" y="829"/>
                  </a:lnTo>
                  <a:lnTo>
                    <a:pt x="81" y="838"/>
                  </a:lnTo>
                  <a:lnTo>
                    <a:pt x="111" y="846"/>
                  </a:lnTo>
                  <a:lnTo>
                    <a:pt x="143" y="851"/>
                  </a:lnTo>
                  <a:lnTo>
                    <a:pt x="176" y="856"/>
                  </a:lnTo>
                  <a:lnTo>
                    <a:pt x="209" y="858"/>
                  </a:lnTo>
                  <a:lnTo>
                    <a:pt x="241" y="858"/>
                  </a:lnTo>
                  <a:lnTo>
                    <a:pt x="275" y="854"/>
                  </a:lnTo>
                  <a:lnTo>
                    <a:pt x="305" y="850"/>
                  </a:lnTo>
                  <a:lnTo>
                    <a:pt x="335" y="842"/>
                  </a:lnTo>
                  <a:lnTo>
                    <a:pt x="364" y="832"/>
                  </a:lnTo>
                  <a:lnTo>
                    <a:pt x="389" y="819"/>
                  </a:lnTo>
                  <a:lnTo>
                    <a:pt x="402" y="813"/>
                  </a:lnTo>
                  <a:lnTo>
                    <a:pt x="413" y="805"/>
                  </a:lnTo>
                  <a:lnTo>
                    <a:pt x="423" y="797"/>
                  </a:lnTo>
                  <a:lnTo>
                    <a:pt x="432" y="788"/>
                  </a:lnTo>
                  <a:lnTo>
                    <a:pt x="442" y="776"/>
                  </a:lnTo>
                  <a:lnTo>
                    <a:pt x="448" y="767"/>
                  </a:lnTo>
                  <a:lnTo>
                    <a:pt x="448" y="767"/>
                  </a:lnTo>
                  <a:lnTo>
                    <a:pt x="453" y="770"/>
                  </a:lnTo>
                  <a:lnTo>
                    <a:pt x="454" y="776"/>
                  </a:lnTo>
                  <a:lnTo>
                    <a:pt x="456" y="789"/>
                  </a:lnTo>
                  <a:lnTo>
                    <a:pt x="456" y="821"/>
                  </a:lnTo>
                  <a:lnTo>
                    <a:pt x="456" y="821"/>
                  </a:lnTo>
                  <a:lnTo>
                    <a:pt x="469" y="818"/>
                  </a:lnTo>
                  <a:lnTo>
                    <a:pt x="481" y="813"/>
                  </a:lnTo>
                  <a:lnTo>
                    <a:pt x="491" y="808"/>
                  </a:lnTo>
                  <a:lnTo>
                    <a:pt x="501" y="800"/>
                  </a:lnTo>
                  <a:lnTo>
                    <a:pt x="510" y="794"/>
                  </a:lnTo>
                  <a:lnTo>
                    <a:pt x="518" y="786"/>
                  </a:lnTo>
                  <a:lnTo>
                    <a:pt x="531" y="767"/>
                  </a:lnTo>
                  <a:lnTo>
                    <a:pt x="543" y="748"/>
                  </a:lnTo>
                  <a:lnTo>
                    <a:pt x="556" y="727"/>
                  </a:lnTo>
                  <a:lnTo>
                    <a:pt x="567" y="708"/>
                  </a:lnTo>
                  <a:lnTo>
                    <a:pt x="580" y="689"/>
                  </a:lnTo>
                  <a:lnTo>
                    <a:pt x="580" y="689"/>
                  </a:lnTo>
                  <a:lnTo>
                    <a:pt x="588" y="690"/>
                  </a:lnTo>
                  <a:lnTo>
                    <a:pt x="593" y="694"/>
                  </a:lnTo>
                  <a:lnTo>
                    <a:pt x="596" y="700"/>
                  </a:lnTo>
                  <a:lnTo>
                    <a:pt x="599" y="705"/>
                  </a:lnTo>
                  <a:lnTo>
                    <a:pt x="602" y="711"/>
                  </a:lnTo>
                  <a:lnTo>
                    <a:pt x="606" y="716"/>
                  </a:lnTo>
                  <a:lnTo>
                    <a:pt x="612" y="719"/>
                  </a:lnTo>
                  <a:lnTo>
                    <a:pt x="620" y="719"/>
                  </a:lnTo>
                  <a:lnTo>
                    <a:pt x="620" y="719"/>
                  </a:lnTo>
                  <a:lnTo>
                    <a:pt x="639" y="702"/>
                  </a:lnTo>
                  <a:lnTo>
                    <a:pt x="658" y="681"/>
                  </a:lnTo>
                  <a:lnTo>
                    <a:pt x="674" y="659"/>
                  </a:lnTo>
                  <a:lnTo>
                    <a:pt x="688" y="635"/>
                  </a:lnTo>
                  <a:lnTo>
                    <a:pt x="701" y="611"/>
                  </a:lnTo>
                  <a:lnTo>
                    <a:pt x="714" y="584"/>
                  </a:lnTo>
                  <a:lnTo>
                    <a:pt x="725" y="557"/>
                  </a:lnTo>
                  <a:lnTo>
                    <a:pt x="734" y="530"/>
                  </a:lnTo>
                  <a:lnTo>
                    <a:pt x="753" y="471"/>
                  </a:lnTo>
                  <a:lnTo>
                    <a:pt x="773" y="414"/>
                  </a:lnTo>
                  <a:lnTo>
                    <a:pt x="792" y="356"/>
                  </a:lnTo>
                  <a:lnTo>
                    <a:pt x="803" y="328"/>
                  </a:lnTo>
                  <a:lnTo>
                    <a:pt x="814" y="301"/>
                  </a:lnTo>
                  <a:lnTo>
                    <a:pt x="814" y="301"/>
                  </a:lnTo>
                  <a:lnTo>
                    <a:pt x="833" y="304"/>
                  </a:lnTo>
                  <a:lnTo>
                    <a:pt x="855" y="307"/>
                  </a:lnTo>
                  <a:lnTo>
                    <a:pt x="876" y="309"/>
                  </a:lnTo>
                  <a:lnTo>
                    <a:pt x="898" y="309"/>
                  </a:lnTo>
                  <a:lnTo>
                    <a:pt x="919" y="305"/>
                  </a:lnTo>
                  <a:lnTo>
                    <a:pt x="940" y="304"/>
                  </a:lnTo>
                  <a:lnTo>
                    <a:pt x="959" y="299"/>
                  </a:lnTo>
                  <a:lnTo>
                    <a:pt x="976" y="293"/>
                  </a:lnTo>
                  <a:lnTo>
                    <a:pt x="976" y="293"/>
                  </a:lnTo>
                  <a:lnTo>
                    <a:pt x="973" y="282"/>
                  </a:lnTo>
                  <a:lnTo>
                    <a:pt x="968" y="270"/>
                  </a:lnTo>
                  <a:lnTo>
                    <a:pt x="960" y="263"/>
                  </a:lnTo>
                  <a:lnTo>
                    <a:pt x="951" y="253"/>
                  </a:lnTo>
                  <a:lnTo>
                    <a:pt x="940" y="247"/>
                  </a:lnTo>
                  <a:lnTo>
                    <a:pt x="925" y="240"/>
                  </a:lnTo>
                  <a:lnTo>
                    <a:pt x="895" y="229"/>
                  </a:lnTo>
                  <a:lnTo>
                    <a:pt x="862" y="220"/>
                  </a:lnTo>
                  <a:lnTo>
                    <a:pt x="828" y="212"/>
                  </a:lnTo>
                  <a:lnTo>
                    <a:pt x="795" y="202"/>
                  </a:lnTo>
                  <a:lnTo>
                    <a:pt x="766" y="193"/>
                  </a:lnTo>
                  <a:lnTo>
                    <a:pt x="766" y="193"/>
                  </a:lnTo>
                  <a:lnTo>
                    <a:pt x="790" y="188"/>
                  </a:lnTo>
                  <a:lnTo>
                    <a:pt x="814" y="185"/>
                  </a:lnTo>
                  <a:lnTo>
                    <a:pt x="839" y="180"/>
                  </a:lnTo>
                  <a:lnTo>
                    <a:pt x="863" y="175"/>
                  </a:lnTo>
                  <a:lnTo>
                    <a:pt x="884" y="169"/>
                  </a:lnTo>
                  <a:lnTo>
                    <a:pt x="893" y="165"/>
                  </a:lnTo>
                  <a:lnTo>
                    <a:pt x="903" y="161"/>
                  </a:lnTo>
                  <a:lnTo>
                    <a:pt x="911" y="154"/>
                  </a:lnTo>
                  <a:lnTo>
                    <a:pt x="919" y="148"/>
                  </a:lnTo>
                  <a:lnTo>
                    <a:pt x="925" y="140"/>
                  </a:lnTo>
                  <a:lnTo>
                    <a:pt x="930" y="130"/>
                  </a:lnTo>
                  <a:lnTo>
                    <a:pt x="930" y="130"/>
                  </a:lnTo>
                  <a:lnTo>
                    <a:pt x="922" y="126"/>
                  </a:lnTo>
                  <a:lnTo>
                    <a:pt x="914" y="123"/>
                  </a:lnTo>
                  <a:lnTo>
                    <a:pt x="897" y="116"/>
                  </a:lnTo>
                  <a:lnTo>
                    <a:pt x="878" y="113"/>
                  </a:lnTo>
                  <a:lnTo>
                    <a:pt x="855" y="111"/>
                  </a:lnTo>
                  <a:lnTo>
                    <a:pt x="835" y="110"/>
                  </a:lnTo>
                  <a:lnTo>
                    <a:pt x="814" y="107"/>
                  </a:lnTo>
                  <a:lnTo>
                    <a:pt x="796" y="100"/>
                  </a:lnTo>
                  <a:lnTo>
                    <a:pt x="788" y="97"/>
                  </a:lnTo>
                  <a:lnTo>
                    <a:pt x="782" y="92"/>
                  </a:lnTo>
                  <a:lnTo>
                    <a:pt x="782" y="92"/>
                  </a:lnTo>
                  <a:lnTo>
                    <a:pt x="819" y="86"/>
                  </a:lnTo>
                  <a:lnTo>
                    <a:pt x="838" y="83"/>
                  </a:lnTo>
                  <a:lnTo>
                    <a:pt x="854" y="78"/>
                  </a:lnTo>
                  <a:lnTo>
                    <a:pt x="868" y="70"/>
                  </a:lnTo>
                  <a:lnTo>
                    <a:pt x="874" y="65"/>
                  </a:lnTo>
                  <a:lnTo>
                    <a:pt x="879" y="60"/>
                  </a:lnTo>
                  <a:lnTo>
                    <a:pt x="884" y="54"/>
                  </a:lnTo>
                  <a:lnTo>
                    <a:pt x="887" y="48"/>
                  </a:lnTo>
                  <a:lnTo>
                    <a:pt x="890" y="38"/>
                  </a:lnTo>
                  <a:lnTo>
                    <a:pt x="890" y="30"/>
                  </a:lnTo>
                  <a:lnTo>
                    <a:pt x="890" y="30"/>
                  </a:lnTo>
                  <a:lnTo>
                    <a:pt x="871" y="25"/>
                  </a:lnTo>
                  <a:lnTo>
                    <a:pt x="850" y="22"/>
                  </a:lnTo>
                  <a:lnTo>
                    <a:pt x="806" y="18"/>
                  </a:lnTo>
                  <a:lnTo>
                    <a:pt x="761" y="13"/>
                  </a:lnTo>
                  <a:lnTo>
                    <a:pt x="741" y="10"/>
                  </a:lnTo>
                  <a:lnTo>
                    <a:pt x="720" y="6"/>
                  </a:lnTo>
                  <a:lnTo>
                    <a:pt x="720" y="6"/>
                  </a:lnTo>
                  <a:lnTo>
                    <a:pt x="742" y="0"/>
                  </a:lnTo>
                  <a:lnTo>
                    <a:pt x="666" y="0"/>
                  </a:lnTo>
                  <a:lnTo>
                    <a:pt x="666" y="0"/>
                  </a:lnTo>
                  <a:lnTo>
                    <a:pt x="677" y="11"/>
                  </a:lnTo>
                  <a:lnTo>
                    <a:pt x="688" y="22"/>
                  </a:lnTo>
                  <a:lnTo>
                    <a:pt x="698" y="37"/>
                  </a:lnTo>
                  <a:lnTo>
                    <a:pt x="706" y="49"/>
                  </a:lnTo>
                  <a:lnTo>
                    <a:pt x="712" y="65"/>
                  </a:lnTo>
                  <a:lnTo>
                    <a:pt x="718" y="80"/>
                  </a:lnTo>
                  <a:lnTo>
                    <a:pt x="723" y="95"/>
                  </a:lnTo>
                  <a:lnTo>
                    <a:pt x="728" y="111"/>
                  </a:lnTo>
                  <a:lnTo>
                    <a:pt x="730" y="127"/>
                  </a:lnTo>
                  <a:lnTo>
                    <a:pt x="731" y="145"/>
                  </a:lnTo>
                  <a:lnTo>
                    <a:pt x="731" y="162"/>
                  </a:lnTo>
                  <a:lnTo>
                    <a:pt x="731" y="178"/>
                  </a:lnTo>
                  <a:lnTo>
                    <a:pt x="728" y="196"/>
                  </a:lnTo>
                  <a:lnTo>
                    <a:pt x="725" y="213"/>
                  </a:lnTo>
                  <a:lnTo>
                    <a:pt x="718" y="229"/>
                  </a:lnTo>
                  <a:lnTo>
                    <a:pt x="712" y="247"/>
                  </a:lnTo>
                  <a:lnTo>
                    <a:pt x="712" y="247"/>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14" name=""/>
            <p:cNvSpPr/>
            <p:nvPr/>
          </p:nvSpPr>
          <p:spPr>
            <a:xfrm>
              <a:off x="6215063" y="0"/>
              <a:ext cx="2151062" cy="2012950"/>
            </a:xfrm>
            <a:custGeom>
              <a:avLst/>
              <a:gdLst/>
              <a:cxnLst>
                <a:cxn ang="0">
                  <a:pos x="792" y="220"/>
                </a:cxn>
                <a:cxn ang="0">
                  <a:pos x="617" y="318"/>
                </a:cxn>
                <a:cxn ang="0">
                  <a:pos x="536" y="410"/>
                </a:cxn>
                <a:cxn ang="0">
                  <a:pos x="490" y="509"/>
                </a:cxn>
                <a:cxn ang="0">
                  <a:pos x="464" y="627"/>
                </a:cxn>
                <a:cxn ang="0">
                  <a:pos x="469" y="767"/>
                </a:cxn>
                <a:cxn ang="0">
                  <a:pos x="472" y="899"/>
                </a:cxn>
                <a:cxn ang="0">
                  <a:pos x="431" y="1034"/>
                </a:cxn>
                <a:cxn ang="0">
                  <a:pos x="353" y="1142"/>
                </a:cxn>
                <a:cxn ang="0">
                  <a:pos x="253" y="1209"/>
                </a:cxn>
                <a:cxn ang="0">
                  <a:pos x="181" y="1225"/>
                </a:cxn>
                <a:cxn ang="0">
                  <a:pos x="110" y="1211"/>
                </a:cxn>
                <a:cxn ang="0">
                  <a:pos x="57" y="1171"/>
                </a:cxn>
                <a:cxn ang="0">
                  <a:pos x="35" y="1130"/>
                </a:cxn>
                <a:cxn ang="0">
                  <a:pos x="33" y="1052"/>
                </a:cxn>
                <a:cxn ang="0">
                  <a:pos x="14" y="1007"/>
                </a:cxn>
                <a:cxn ang="0">
                  <a:pos x="0" y="1087"/>
                </a:cxn>
                <a:cxn ang="0">
                  <a:pos x="32" y="1184"/>
                </a:cxn>
                <a:cxn ang="0">
                  <a:pos x="99" y="1250"/>
                </a:cxn>
                <a:cxn ang="0">
                  <a:pos x="169" y="1268"/>
                </a:cxn>
                <a:cxn ang="0">
                  <a:pos x="254" y="1257"/>
                </a:cxn>
                <a:cxn ang="0">
                  <a:pos x="332" y="1220"/>
                </a:cxn>
                <a:cxn ang="0">
                  <a:pos x="450" y="1090"/>
                </a:cxn>
                <a:cxn ang="0">
                  <a:pos x="496" y="929"/>
                </a:cxn>
                <a:cxn ang="0">
                  <a:pos x="538" y="935"/>
                </a:cxn>
                <a:cxn ang="0">
                  <a:pos x="563" y="921"/>
                </a:cxn>
                <a:cxn ang="0">
                  <a:pos x="558" y="862"/>
                </a:cxn>
                <a:cxn ang="0">
                  <a:pos x="589" y="848"/>
                </a:cxn>
                <a:cxn ang="0">
                  <a:pos x="612" y="813"/>
                </a:cxn>
                <a:cxn ang="0">
                  <a:pos x="581" y="757"/>
                </a:cxn>
                <a:cxn ang="0">
                  <a:pos x="530" y="690"/>
                </a:cxn>
                <a:cxn ang="0">
                  <a:pos x="517" y="608"/>
                </a:cxn>
                <a:cxn ang="0">
                  <a:pos x="534" y="498"/>
                </a:cxn>
                <a:cxn ang="0">
                  <a:pos x="587" y="407"/>
                </a:cxn>
                <a:cxn ang="0">
                  <a:pos x="663" y="334"/>
                </a:cxn>
                <a:cxn ang="0">
                  <a:pos x="854" y="235"/>
                </a:cxn>
                <a:cxn ang="0">
                  <a:pos x="964" y="235"/>
                </a:cxn>
                <a:cxn ang="0">
                  <a:pos x="1045" y="258"/>
                </a:cxn>
                <a:cxn ang="0">
                  <a:pos x="1121" y="243"/>
                </a:cxn>
                <a:cxn ang="0">
                  <a:pos x="1228" y="165"/>
                </a:cxn>
                <a:cxn ang="0">
                  <a:pos x="1355" y="0"/>
                </a:cxn>
                <a:cxn ang="0">
                  <a:pos x="1242" y="29"/>
                </a:cxn>
                <a:cxn ang="0">
                  <a:pos x="1271" y="60"/>
                </a:cxn>
                <a:cxn ang="0">
                  <a:pos x="1226" y="60"/>
                </a:cxn>
                <a:cxn ang="0">
                  <a:pos x="1198" y="27"/>
                </a:cxn>
                <a:cxn ang="0">
                  <a:pos x="1137" y="18"/>
                </a:cxn>
                <a:cxn ang="0">
                  <a:pos x="1188" y="89"/>
                </a:cxn>
                <a:cxn ang="0">
                  <a:pos x="1158" y="153"/>
                </a:cxn>
                <a:cxn ang="0">
                  <a:pos x="1072" y="188"/>
                </a:cxn>
                <a:cxn ang="0">
                  <a:pos x="1045" y="169"/>
                </a:cxn>
                <a:cxn ang="0">
                  <a:pos x="1153" y="97"/>
                </a:cxn>
                <a:cxn ang="0">
                  <a:pos x="1142" y="70"/>
                </a:cxn>
                <a:cxn ang="0">
                  <a:pos x="1059" y="107"/>
                </a:cxn>
                <a:cxn ang="0">
                  <a:pos x="991" y="119"/>
                </a:cxn>
                <a:cxn ang="0">
                  <a:pos x="1001" y="92"/>
                </a:cxn>
                <a:cxn ang="0">
                  <a:pos x="1086" y="59"/>
                </a:cxn>
                <a:cxn ang="0">
                  <a:pos x="1125" y="22"/>
                </a:cxn>
                <a:cxn ang="0">
                  <a:pos x="1096" y="19"/>
                </a:cxn>
                <a:cxn ang="0">
                  <a:pos x="1016" y="38"/>
                </a:cxn>
                <a:cxn ang="0">
                  <a:pos x="1002" y="19"/>
                </a:cxn>
                <a:cxn ang="0">
                  <a:pos x="940" y="0"/>
                </a:cxn>
                <a:cxn ang="0">
                  <a:pos x="899" y="110"/>
                </a:cxn>
              </a:cxnLst>
              <a:rect l="0" t="0" r="r" b="b"/>
              <a:pathLst>
                <a:path w="1355" h="1268">
                  <a:moveTo>
                    <a:pt x="915" y="193"/>
                  </a:moveTo>
                  <a:lnTo>
                    <a:pt x="915" y="193"/>
                  </a:lnTo>
                  <a:lnTo>
                    <a:pt x="873" y="199"/>
                  </a:lnTo>
                  <a:lnTo>
                    <a:pt x="832" y="208"/>
                  </a:lnTo>
                  <a:lnTo>
                    <a:pt x="792" y="220"/>
                  </a:lnTo>
                  <a:lnTo>
                    <a:pt x="754" y="234"/>
                  </a:lnTo>
                  <a:lnTo>
                    <a:pt x="717" y="251"/>
                  </a:lnTo>
                  <a:lnTo>
                    <a:pt x="681" y="270"/>
                  </a:lnTo>
                  <a:lnTo>
                    <a:pt x="647" y="293"/>
                  </a:lnTo>
                  <a:lnTo>
                    <a:pt x="617" y="318"/>
                  </a:lnTo>
                  <a:lnTo>
                    <a:pt x="587" y="345"/>
                  </a:lnTo>
                  <a:lnTo>
                    <a:pt x="574" y="361"/>
                  </a:lnTo>
                  <a:lnTo>
                    <a:pt x="560" y="377"/>
                  </a:lnTo>
                  <a:lnTo>
                    <a:pt x="549" y="393"/>
                  </a:lnTo>
                  <a:lnTo>
                    <a:pt x="536" y="410"/>
                  </a:lnTo>
                  <a:lnTo>
                    <a:pt x="525" y="428"/>
                  </a:lnTo>
                  <a:lnTo>
                    <a:pt x="515" y="447"/>
                  </a:lnTo>
                  <a:lnTo>
                    <a:pt x="506" y="466"/>
                  </a:lnTo>
                  <a:lnTo>
                    <a:pt x="498" y="487"/>
                  </a:lnTo>
                  <a:lnTo>
                    <a:pt x="490" y="509"/>
                  </a:lnTo>
                  <a:lnTo>
                    <a:pt x="484" y="530"/>
                  </a:lnTo>
                  <a:lnTo>
                    <a:pt x="477" y="554"/>
                  </a:lnTo>
                  <a:lnTo>
                    <a:pt x="472" y="578"/>
                  </a:lnTo>
                  <a:lnTo>
                    <a:pt x="468" y="601"/>
                  </a:lnTo>
                  <a:lnTo>
                    <a:pt x="464" y="627"/>
                  </a:lnTo>
                  <a:lnTo>
                    <a:pt x="464" y="627"/>
                  </a:lnTo>
                  <a:lnTo>
                    <a:pt x="463" y="663"/>
                  </a:lnTo>
                  <a:lnTo>
                    <a:pt x="463" y="698"/>
                  </a:lnTo>
                  <a:lnTo>
                    <a:pt x="466" y="733"/>
                  </a:lnTo>
                  <a:lnTo>
                    <a:pt x="469" y="767"/>
                  </a:lnTo>
                  <a:lnTo>
                    <a:pt x="472" y="799"/>
                  </a:lnTo>
                  <a:lnTo>
                    <a:pt x="474" y="832"/>
                  </a:lnTo>
                  <a:lnTo>
                    <a:pt x="476" y="865"/>
                  </a:lnTo>
                  <a:lnTo>
                    <a:pt x="472" y="899"/>
                  </a:lnTo>
                  <a:lnTo>
                    <a:pt x="472" y="899"/>
                  </a:lnTo>
                  <a:lnTo>
                    <a:pt x="468" y="928"/>
                  </a:lnTo>
                  <a:lnTo>
                    <a:pt x="461" y="955"/>
                  </a:lnTo>
                  <a:lnTo>
                    <a:pt x="453" y="982"/>
                  </a:lnTo>
                  <a:lnTo>
                    <a:pt x="444" y="1009"/>
                  </a:lnTo>
                  <a:lnTo>
                    <a:pt x="431" y="1034"/>
                  </a:lnTo>
                  <a:lnTo>
                    <a:pt x="418" y="1058"/>
                  </a:lnTo>
                  <a:lnTo>
                    <a:pt x="404" y="1082"/>
                  </a:lnTo>
                  <a:lnTo>
                    <a:pt x="388" y="1104"/>
                  </a:lnTo>
                  <a:lnTo>
                    <a:pt x="371" y="1123"/>
                  </a:lnTo>
                  <a:lnTo>
                    <a:pt x="353" y="1142"/>
                  </a:lnTo>
                  <a:lnTo>
                    <a:pt x="334" y="1160"/>
                  </a:lnTo>
                  <a:lnTo>
                    <a:pt x="315" y="1176"/>
                  </a:lnTo>
                  <a:lnTo>
                    <a:pt x="294" y="1188"/>
                  </a:lnTo>
                  <a:lnTo>
                    <a:pt x="274" y="1200"/>
                  </a:lnTo>
                  <a:lnTo>
                    <a:pt x="253" y="1209"/>
                  </a:lnTo>
                  <a:lnTo>
                    <a:pt x="232" y="1217"/>
                  </a:lnTo>
                  <a:lnTo>
                    <a:pt x="232" y="1217"/>
                  </a:lnTo>
                  <a:lnTo>
                    <a:pt x="215" y="1220"/>
                  </a:lnTo>
                  <a:lnTo>
                    <a:pt x="197" y="1223"/>
                  </a:lnTo>
                  <a:lnTo>
                    <a:pt x="181" y="1225"/>
                  </a:lnTo>
                  <a:lnTo>
                    <a:pt x="165" y="1225"/>
                  </a:lnTo>
                  <a:lnTo>
                    <a:pt x="150" y="1223"/>
                  </a:lnTo>
                  <a:lnTo>
                    <a:pt x="135" y="1220"/>
                  </a:lnTo>
                  <a:lnTo>
                    <a:pt x="122" y="1215"/>
                  </a:lnTo>
                  <a:lnTo>
                    <a:pt x="110" y="1211"/>
                  </a:lnTo>
                  <a:lnTo>
                    <a:pt x="97" y="1204"/>
                  </a:lnTo>
                  <a:lnTo>
                    <a:pt x="86" y="1198"/>
                  </a:lnTo>
                  <a:lnTo>
                    <a:pt x="75" y="1190"/>
                  </a:lnTo>
                  <a:lnTo>
                    <a:pt x="65" y="1180"/>
                  </a:lnTo>
                  <a:lnTo>
                    <a:pt x="57" y="1171"/>
                  </a:lnTo>
                  <a:lnTo>
                    <a:pt x="49" y="1161"/>
                  </a:lnTo>
                  <a:lnTo>
                    <a:pt x="43" y="1150"/>
                  </a:lnTo>
                  <a:lnTo>
                    <a:pt x="38" y="1139"/>
                  </a:lnTo>
                  <a:lnTo>
                    <a:pt x="38" y="1139"/>
                  </a:lnTo>
                  <a:lnTo>
                    <a:pt x="35" y="1130"/>
                  </a:lnTo>
                  <a:lnTo>
                    <a:pt x="33" y="1122"/>
                  </a:lnTo>
                  <a:lnTo>
                    <a:pt x="32" y="1104"/>
                  </a:lnTo>
                  <a:lnTo>
                    <a:pt x="32" y="1085"/>
                  </a:lnTo>
                  <a:lnTo>
                    <a:pt x="33" y="1068"/>
                  </a:lnTo>
                  <a:lnTo>
                    <a:pt x="33" y="1052"/>
                  </a:lnTo>
                  <a:lnTo>
                    <a:pt x="30" y="1036"/>
                  </a:lnTo>
                  <a:lnTo>
                    <a:pt x="29" y="1028"/>
                  </a:lnTo>
                  <a:lnTo>
                    <a:pt x="25" y="1020"/>
                  </a:lnTo>
                  <a:lnTo>
                    <a:pt x="21" y="1013"/>
                  </a:lnTo>
                  <a:lnTo>
                    <a:pt x="14" y="1007"/>
                  </a:lnTo>
                  <a:lnTo>
                    <a:pt x="14" y="1007"/>
                  </a:lnTo>
                  <a:lnTo>
                    <a:pt x="8" y="1026"/>
                  </a:lnTo>
                  <a:lnTo>
                    <a:pt x="3" y="1045"/>
                  </a:lnTo>
                  <a:lnTo>
                    <a:pt x="0" y="1066"/>
                  </a:lnTo>
                  <a:lnTo>
                    <a:pt x="0" y="1087"/>
                  </a:lnTo>
                  <a:lnTo>
                    <a:pt x="3" y="1107"/>
                  </a:lnTo>
                  <a:lnTo>
                    <a:pt x="8" y="1126"/>
                  </a:lnTo>
                  <a:lnTo>
                    <a:pt x="14" y="1147"/>
                  </a:lnTo>
                  <a:lnTo>
                    <a:pt x="22" y="1166"/>
                  </a:lnTo>
                  <a:lnTo>
                    <a:pt x="32" y="1184"/>
                  </a:lnTo>
                  <a:lnTo>
                    <a:pt x="43" y="1200"/>
                  </a:lnTo>
                  <a:lnTo>
                    <a:pt x="56" y="1215"/>
                  </a:lnTo>
                  <a:lnTo>
                    <a:pt x="68" y="1230"/>
                  </a:lnTo>
                  <a:lnTo>
                    <a:pt x="84" y="1241"/>
                  </a:lnTo>
                  <a:lnTo>
                    <a:pt x="99" y="1250"/>
                  </a:lnTo>
                  <a:lnTo>
                    <a:pt x="115" y="1258"/>
                  </a:lnTo>
                  <a:lnTo>
                    <a:pt x="132" y="1263"/>
                  </a:lnTo>
                  <a:lnTo>
                    <a:pt x="132" y="1263"/>
                  </a:lnTo>
                  <a:lnTo>
                    <a:pt x="150" y="1266"/>
                  </a:lnTo>
                  <a:lnTo>
                    <a:pt x="169" y="1268"/>
                  </a:lnTo>
                  <a:lnTo>
                    <a:pt x="186" y="1268"/>
                  </a:lnTo>
                  <a:lnTo>
                    <a:pt x="204" y="1268"/>
                  </a:lnTo>
                  <a:lnTo>
                    <a:pt x="221" y="1265"/>
                  </a:lnTo>
                  <a:lnTo>
                    <a:pt x="239" y="1262"/>
                  </a:lnTo>
                  <a:lnTo>
                    <a:pt x="254" y="1257"/>
                  </a:lnTo>
                  <a:lnTo>
                    <a:pt x="272" y="1252"/>
                  </a:lnTo>
                  <a:lnTo>
                    <a:pt x="288" y="1246"/>
                  </a:lnTo>
                  <a:lnTo>
                    <a:pt x="304" y="1238"/>
                  </a:lnTo>
                  <a:lnTo>
                    <a:pt x="318" y="1228"/>
                  </a:lnTo>
                  <a:lnTo>
                    <a:pt x="332" y="1220"/>
                  </a:lnTo>
                  <a:lnTo>
                    <a:pt x="361" y="1198"/>
                  </a:lnTo>
                  <a:lnTo>
                    <a:pt x="387" y="1174"/>
                  </a:lnTo>
                  <a:lnTo>
                    <a:pt x="410" y="1147"/>
                  </a:lnTo>
                  <a:lnTo>
                    <a:pt x="431" y="1120"/>
                  </a:lnTo>
                  <a:lnTo>
                    <a:pt x="450" y="1090"/>
                  </a:lnTo>
                  <a:lnTo>
                    <a:pt x="466" y="1058"/>
                  </a:lnTo>
                  <a:lnTo>
                    <a:pt x="479" y="1026"/>
                  </a:lnTo>
                  <a:lnTo>
                    <a:pt x="487" y="993"/>
                  </a:lnTo>
                  <a:lnTo>
                    <a:pt x="493" y="961"/>
                  </a:lnTo>
                  <a:lnTo>
                    <a:pt x="496" y="929"/>
                  </a:lnTo>
                  <a:lnTo>
                    <a:pt x="496" y="929"/>
                  </a:lnTo>
                  <a:lnTo>
                    <a:pt x="506" y="929"/>
                  </a:lnTo>
                  <a:lnTo>
                    <a:pt x="515" y="929"/>
                  </a:lnTo>
                  <a:lnTo>
                    <a:pt x="530" y="934"/>
                  </a:lnTo>
                  <a:lnTo>
                    <a:pt x="538" y="935"/>
                  </a:lnTo>
                  <a:lnTo>
                    <a:pt x="544" y="937"/>
                  </a:lnTo>
                  <a:lnTo>
                    <a:pt x="550" y="934"/>
                  </a:lnTo>
                  <a:lnTo>
                    <a:pt x="558" y="929"/>
                  </a:lnTo>
                  <a:lnTo>
                    <a:pt x="558" y="929"/>
                  </a:lnTo>
                  <a:lnTo>
                    <a:pt x="563" y="921"/>
                  </a:lnTo>
                  <a:lnTo>
                    <a:pt x="566" y="912"/>
                  </a:lnTo>
                  <a:lnTo>
                    <a:pt x="566" y="902"/>
                  </a:lnTo>
                  <a:lnTo>
                    <a:pt x="565" y="893"/>
                  </a:lnTo>
                  <a:lnTo>
                    <a:pt x="560" y="873"/>
                  </a:lnTo>
                  <a:lnTo>
                    <a:pt x="558" y="862"/>
                  </a:lnTo>
                  <a:lnTo>
                    <a:pt x="558" y="851"/>
                  </a:lnTo>
                  <a:lnTo>
                    <a:pt x="558" y="851"/>
                  </a:lnTo>
                  <a:lnTo>
                    <a:pt x="569" y="853"/>
                  </a:lnTo>
                  <a:lnTo>
                    <a:pt x="581" y="851"/>
                  </a:lnTo>
                  <a:lnTo>
                    <a:pt x="589" y="848"/>
                  </a:lnTo>
                  <a:lnTo>
                    <a:pt x="596" y="843"/>
                  </a:lnTo>
                  <a:lnTo>
                    <a:pt x="601" y="837"/>
                  </a:lnTo>
                  <a:lnTo>
                    <a:pt x="606" y="830"/>
                  </a:lnTo>
                  <a:lnTo>
                    <a:pt x="609" y="823"/>
                  </a:lnTo>
                  <a:lnTo>
                    <a:pt x="612" y="813"/>
                  </a:lnTo>
                  <a:lnTo>
                    <a:pt x="612" y="813"/>
                  </a:lnTo>
                  <a:lnTo>
                    <a:pt x="608" y="802"/>
                  </a:lnTo>
                  <a:lnTo>
                    <a:pt x="604" y="791"/>
                  </a:lnTo>
                  <a:lnTo>
                    <a:pt x="593" y="773"/>
                  </a:lnTo>
                  <a:lnTo>
                    <a:pt x="581" y="757"/>
                  </a:lnTo>
                  <a:lnTo>
                    <a:pt x="568" y="745"/>
                  </a:lnTo>
                  <a:lnTo>
                    <a:pt x="555" y="730"/>
                  </a:lnTo>
                  <a:lnTo>
                    <a:pt x="544" y="716"/>
                  </a:lnTo>
                  <a:lnTo>
                    <a:pt x="533" y="700"/>
                  </a:lnTo>
                  <a:lnTo>
                    <a:pt x="530" y="690"/>
                  </a:lnTo>
                  <a:lnTo>
                    <a:pt x="526" y="681"/>
                  </a:lnTo>
                  <a:lnTo>
                    <a:pt x="526" y="681"/>
                  </a:lnTo>
                  <a:lnTo>
                    <a:pt x="522" y="655"/>
                  </a:lnTo>
                  <a:lnTo>
                    <a:pt x="519" y="632"/>
                  </a:lnTo>
                  <a:lnTo>
                    <a:pt x="517" y="608"/>
                  </a:lnTo>
                  <a:lnTo>
                    <a:pt x="517" y="584"/>
                  </a:lnTo>
                  <a:lnTo>
                    <a:pt x="520" y="562"/>
                  </a:lnTo>
                  <a:lnTo>
                    <a:pt x="523" y="539"/>
                  </a:lnTo>
                  <a:lnTo>
                    <a:pt x="528" y="519"/>
                  </a:lnTo>
                  <a:lnTo>
                    <a:pt x="534" y="498"/>
                  </a:lnTo>
                  <a:lnTo>
                    <a:pt x="542" y="479"/>
                  </a:lnTo>
                  <a:lnTo>
                    <a:pt x="552" y="460"/>
                  </a:lnTo>
                  <a:lnTo>
                    <a:pt x="563" y="442"/>
                  </a:lnTo>
                  <a:lnTo>
                    <a:pt x="574" y="425"/>
                  </a:lnTo>
                  <a:lnTo>
                    <a:pt x="587" y="407"/>
                  </a:lnTo>
                  <a:lnTo>
                    <a:pt x="600" y="391"/>
                  </a:lnTo>
                  <a:lnTo>
                    <a:pt x="616" y="375"/>
                  </a:lnTo>
                  <a:lnTo>
                    <a:pt x="630" y="361"/>
                  </a:lnTo>
                  <a:lnTo>
                    <a:pt x="646" y="347"/>
                  </a:lnTo>
                  <a:lnTo>
                    <a:pt x="663" y="334"/>
                  </a:lnTo>
                  <a:lnTo>
                    <a:pt x="698" y="309"/>
                  </a:lnTo>
                  <a:lnTo>
                    <a:pt x="736" y="286"/>
                  </a:lnTo>
                  <a:lnTo>
                    <a:pt x="775" y="267"/>
                  </a:lnTo>
                  <a:lnTo>
                    <a:pt x="814" y="250"/>
                  </a:lnTo>
                  <a:lnTo>
                    <a:pt x="854" y="235"/>
                  </a:lnTo>
                  <a:lnTo>
                    <a:pt x="892" y="224"/>
                  </a:lnTo>
                  <a:lnTo>
                    <a:pt x="931" y="216"/>
                  </a:lnTo>
                  <a:lnTo>
                    <a:pt x="931" y="216"/>
                  </a:lnTo>
                  <a:lnTo>
                    <a:pt x="948" y="228"/>
                  </a:lnTo>
                  <a:lnTo>
                    <a:pt x="964" y="235"/>
                  </a:lnTo>
                  <a:lnTo>
                    <a:pt x="981" y="243"/>
                  </a:lnTo>
                  <a:lnTo>
                    <a:pt x="997" y="250"/>
                  </a:lnTo>
                  <a:lnTo>
                    <a:pt x="1013" y="253"/>
                  </a:lnTo>
                  <a:lnTo>
                    <a:pt x="1029" y="256"/>
                  </a:lnTo>
                  <a:lnTo>
                    <a:pt x="1045" y="258"/>
                  </a:lnTo>
                  <a:lnTo>
                    <a:pt x="1061" y="258"/>
                  </a:lnTo>
                  <a:lnTo>
                    <a:pt x="1077" y="255"/>
                  </a:lnTo>
                  <a:lnTo>
                    <a:pt x="1091" y="253"/>
                  </a:lnTo>
                  <a:lnTo>
                    <a:pt x="1107" y="248"/>
                  </a:lnTo>
                  <a:lnTo>
                    <a:pt x="1121" y="243"/>
                  </a:lnTo>
                  <a:lnTo>
                    <a:pt x="1136" y="235"/>
                  </a:lnTo>
                  <a:lnTo>
                    <a:pt x="1150" y="229"/>
                  </a:lnTo>
                  <a:lnTo>
                    <a:pt x="1177" y="212"/>
                  </a:lnTo>
                  <a:lnTo>
                    <a:pt x="1203" y="189"/>
                  </a:lnTo>
                  <a:lnTo>
                    <a:pt x="1228" y="165"/>
                  </a:lnTo>
                  <a:lnTo>
                    <a:pt x="1252" y="140"/>
                  </a:lnTo>
                  <a:lnTo>
                    <a:pt x="1276" y="113"/>
                  </a:lnTo>
                  <a:lnTo>
                    <a:pt x="1296" y="84"/>
                  </a:lnTo>
                  <a:lnTo>
                    <a:pt x="1317" y="56"/>
                  </a:lnTo>
                  <a:lnTo>
                    <a:pt x="1355" y="0"/>
                  </a:lnTo>
                  <a:lnTo>
                    <a:pt x="1212" y="0"/>
                  </a:lnTo>
                  <a:lnTo>
                    <a:pt x="1212" y="0"/>
                  </a:lnTo>
                  <a:lnTo>
                    <a:pt x="1218" y="8"/>
                  </a:lnTo>
                  <a:lnTo>
                    <a:pt x="1226" y="16"/>
                  </a:lnTo>
                  <a:lnTo>
                    <a:pt x="1242" y="29"/>
                  </a:lnTo>
                  <a:lnTo>
                    <a:pt x="1252" y="35"/>
                  </a:lnTo>
                  <a:lnTo>
                    <a:pt x="1260" y="43"/>
                  </a:lnTo>
                  <a:lnTo>
                    <a:pt x="1266" y="51"/>
                  </a:lnTo>
                  <a:lnTo>
                    <a:pt x="1271" y="60"/>
                  </a:lnTo>
                  <a:lnTo>
                    <a:pt x="1271" y="60"/>
                  </a:lnTo>
                  <a:lnTo>
                    <a:pt x="1260" y="62"/>
                  </a:lnTo>
                  <a:lnTo>
                    <a:pt x="1250" y="64"/>
                  </a:lnTo>
                  <a:lnTo>
                    <a:pt x="1242" y="64"/>
                  </a:lnTo>
                  <a:lnTo>
                    <a:pt x="1234" y="62"/>
                  </a:lnTo>
                  <a:lnTo>
                    <a:pt x="1226" y="60"/>
                  </a:lnTo>
                  <a:lnTo>
                    <a:pt x="1222" y="57"/>
                  </a:lnTo>
                  <a:lnTo>
                    <a:pt x="1215" y="54"/>
                  </a:lnTo>
                  <a:lnTo>
                    <a:pt x="1210" y="49"/>
                  </a:lnTo>
                  <a:lnTo>
                    <a:pt x="1204" y="38"/>
                  </a:lnTo>
                  <a:lnTo>
                    <a:pt x="1198" y="27"/>
                  </a:lnTo>
                  <a:lnTo>
                    <a:pt x="1188" y="0"/>
                  </a:lnTo>
                  <a:lnTo>
                    <a:pt x="1136" y="0"/>
                  </a:lnTo>
                  <a:lnTo>
                    <a:pt x="1136" y="0"/>
                  </a:lnTo>
                  <a:lnTo>
                    <a:pt x="1136" y="8"/>
                  </a:lnTo>
                  <a:lnTo>
                    <a:pt x="1137" y="18"/>
                  </a:lnTo>
                  <a:lnTo>
                    <a:pt x="1144" y="33"/>
                  </a:lnTo>
                  <a:lnTo>
                    <a:pt x="1152" y="49"/>
                  </a:lnTo>
                  <a:lnTo>
                    <a:pt x="1163" y="64"/>
                  </a:lnTo>
                  <a:lnTo>
                    <a:pt x="1175" y="78"/>
                  </a:lnTo>
                  <a:lnTo>
                    <a:pt x="1188" y="89"/>
                  </a:lnTo>
                  <a:lnTo>
                    <a:pt x="1203" y="99"/>
                  </a:lnTo>
                  <a:lnTo>
                    <a:pt x="1217" y="107"/>
                  </a:lnTo>
                  <a:lnTo>
                    <a:pt x="1217" y="107"/>
                  </a:lnTo>
                  <a:lnTo>
                    <a:pt x="1179" y="137"/>
                  </a:lnTo>
                  <a:lnTo>
                    <a:pt x="1158" y="153"/>
                  </a:lnTo>
                  <a:lnTo>
                    <a:pt x="1134" y="165"/>
                  </a:lnTo>
                  <a:lnTo>
                    <a:pt x="1110" y="178"/>
                  </a:lnTo>
                  <a:lnTo>
                    <a:pt x="1098" y="181"/>
                  </a:lnTo>
                  <a:lnTo>
                    <a:pt x="1085" y="185"/>
                  </a:lnTo>
                  <a:lnTo>
                    <a:pt x="1072" y="188"/>
                  </a:lnTo>
                  <a:lnTo>
                    <a:pt x="1059" y="188"/>
                  </a:lnTo>
                  <a:lnTo>
                    <a:pt x="1045" y="188"/>
                  </a:lnTo>
                  <a:lnTo>
                    <a:pt x="1031" y="185"/>
                  </a:lnTo>
                  <a:lnTo>
                    <a:pt x="1031" y="185"/>
                  </a:lnTo>
                  <a:lnTo>
                    <a:pt x="1045" y="169"/>
                  </a:lnTo>
                  <a:lnTo>
                    <a:pt x="1061" y="156"/>
                  </a:lnTo>
                  <a:lnTo>
                    <a:pt x="1080" y="143"/>
                  </a:lnTo>
                  <a:lnTo>
                    <a:pt x="1098" y="132"/>
                  </a:lnTo>
                  <a:lnTo>
                    <a:pt x="1136" y="110"/>
                  </a:lnTo>
                  <a:lnTo>
                    <a:pt x="1153" y="97"/>
                  </a:lnTo>
                  <a:lnTo>
                    <a:pt x="1171" y="84"/>
                  </a:lnTo>
                  <a:lnTo>
                    <a:pt x="1171" y="84"/>
                  </a:lnTo>
                  <a:lnTo>
                    <a:pt x="1161" y="75"/>
                  </a:lnTo>
                  <a:lnTo>
                    <a:pt x="1152" y="72"/>
                  </a:lnTo>
                  <a:lnTo>
                    <a:pt x="1142" y="70"/>
                  </a:lnTo>
                  <a:lnTo>
                    <a:pt x="1131" y="70"/>
                  </a:lnTo>
                  <a:lnTo>
                    <a:pt x="1120" y="75"/>
                  </a:lnTo>
                  <a:lnTo>
                    <a:pt x="1109" y="80"/>
                  </a:lnTo>
                  <a:lnTo>
                    <a:pt x="1085" y="92"/>
                  </a:lnTo>
                  <a:lnTo>
                    <a:pt x="1059" y="107"/>
                  </a:lnTo>
                  <a:lnTo>
                    <a:pt x="1045" y="113"/>
                  </a:lnTo>
                  <a:lnTo>
                    <a:pt x="1032" y="118"/>
                  </a:lnTo>
                  <a:lnTo>
                    <a:pt x="1018" y="121"/>
                  </a:lnTo>
                  <a:lnTo>
                    <a:pt x="1005" y="121"/>
                  </a:lnTo>
                  <a:lnTo>
                    <a:pt x="991" y="119"/>
                  </a:lnTo>
                  <a:lnTo>
                    <a:pt x="977" y="115"/>
                  </a:lnTo>
                  <a:lnTo>
                    <a:pt x="977" y="115"/>
                  </a:lnTo>
                  <a:lnTo>
                    <a:pt x="983" y="107"/>
                  </a:lnTo>
                  <a:lnTo>
                    <a:pt x="991" y="99"/>
                  </a:lnTo>
                  <a:lnTo>
                    <a:pt x="1001" y="92"/>
                  </a:lnTo>
                  <a:lnTo>
                    <a:pt x="1010" y="88"/>
                  </a:lnTo>
                  <a:lnTo>
                    <a:pt x="1031" y="80"/>
                  </a:lnTo>
                  <a:lnTo>
                    <a:pt x="1053" y="72"/>
                  </a:lnTo>
                  <a:lnTo>
                    <a:pt x="1075" y="64"/>
                  </a:lnTo>
                  <a:lnTo>
                    <a:pt x="1086" y="59"/>
                  </a:lnTo>
                  <a:lnTo>
                    <a:pt x="1096" y="54"/>
                  </a:lnTo>
                  <a:lnTo>
                    <a:pt x="1104" y="48"/>
                  </a:lnTo>
                  <a:lnTo>
                    <a:pt x="1112" y="40"/>
                  </a:lnTo>
                  <a:lnTo>
                    <a:pt x="1118" y="32"/>
                  </a:lnTo>
                  <a:lnTo>
                    <a:pt x="1125" y="22"/>
                  </a:lnTo>
                  <a:lnTo>
                    <a:pt x="1125" y="22"/>
                  </a:lnTo>
                  <a:lnTo>
                    <a:pt x="1118" y="19"/>
                  </a:lnTo>
                  <a:lnTo>
                    <a:pt x="1112" y="18"/>
                  </a:lnTo>
                  <a:lnTo>
                    <a:pt x="1104" y="18"/>
                  </a:lnTo>
                  <a:lnTo>
                    <a:pt x="1096" y="19"/>
                  </a:lnTo>
                  <a:lnTo>
                    <a:pt x="1078" y="22"/>
                  </a:lnTo>
                  <a:lnTo>
                    <a:pt x="1061" y="29"/>
                  </a:lnTo>
                  <a:lnTo>
                    <a:pt x="1043" y="35"/>
                  </a:lnTo>
                  <a:lnTo>
                    <a:pt x="1024" y="38"/>
                  </a:lnTo>
                  <a:lnTo>
                    <a:pt x="1016" y="38"/>
                  </a:lnTo>
                  <a:lnTo>
                    <a:pt x="1008" y="37"/>
                  </a:lnTo>
                  <a:lnTo>
                    <a:pt x="1001" y="33"/>
                  </a:lnTo>
                  <a:lnTo>
                    <a:pt x="993" y="30"/>
                  </a:lnTo>
                  <a:lnTo>
                    <a:pt x="993" y="30"/>
                  </a:lnTo>
                  <a:lnTo>
                    <a:pt x="1002" y="19"/>
                  </a:lnTo>
                  <a:lnTo>
                    <a:pt x="1013" y="11"/>
                  </a:lnTo>
                  <a:lnTo>
                    <a:pt x="1028" y="5"/>
                  </a:lnTo>
                  <a:lnTo>
                    <a:pt x="1040" y="0"/>
                  </a:lnTo>
                  <a:lnTo>
                    <a:pt x="940" y="0"/>
                  </a:lnTo>
                  <a:lnTo>
                    <a:pt x="940" y="0"/>
                  </a:lnTo>
                  <a:lnTo>
                    <a:pt x="926" y="18"/>
                  </a:lnTo>
                  <a:lnTo>
                    <a:pt x="915" y="38"/>
                  </a:lnTo>
                  <a:lnTo>
                    <a:pt x="905" y="60"/>
                  </a:lnTo>
                  <a:lnTo>
                    <a:pt x="900" y="84"/>
                  </a:lnTo>
                  <a:lnTo>
                    <a:pt x="899" y="110"/>
                  </a:lnTo>
                  <a:lnTo>
                    <a:pt x="900" y="135"/>
                  </a:lnTo>
                  <a:lnTo>
                    <a:pt x="905" y="164"/>
                  </a:lnTo>
                  <a:lnTo>
                    <a:pt x="915" y="193"/>
                  </a:lnTo>
                  <a:lnTo>
                    <a:pt x="915" y="193"/>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15" name=""/>
            <p:cNvSpPr/>
            <p:nvPr/>
          </p:nvSpPr>
          <p:spPr>
            <a:xfrm>
              <a:off x="7432675" y="0"/>
              <a:ext cx="1262062" cy="1970088"/>
            </a:xfrm>
            <a:custGeom>
              <a:avLst/>
              <a:gdLst/>
              <a:cxnLst>
                <a:cxn ang="0">
                  <a:pos x="658" y="170"/>
                </a:cxn>
                <a:cxn ang="0">
                  <a:pos x="723" y="180"/>
                </a:cxn>
                <a:cxn ang="0">
                  <a:pos x="727" y="207"/>
                </a:cxn>
                <a:cxn ang="0">
                  <a:pos x="679" y="210"/>
                </a:cxn>
                <a:cxn ang="0">
                  <a:pos x="598" y="180"/>
                </a:cxn>
                <a:cxn ang="0">
                  <a:pos x="603" y="223"/>
                </a:cxn>
                <a:cxn ang="0">
                  <a:pos x="679" y="264"/>
                </a:cxn>
                <a:cxn ang="0">
                  <a:pos x="703" y="312"/>
                </a:cxn>
                <a:cxn ang="0">
                  <a:pos x="669" y="403"/>
                </a:cxn>
                <a:cxn ang="0">
                  <a:pos x="652" y="391"/>
                </a:cxn>
                <a:cxn ang="0">
                  <a:pos x="668" y="304"/>
                </a:cxn>
                <a:cxn ang="0">
                  <a:pos x="652" y="263"/>
                </a:cxn>
                <a:cxn ang="0">
                  <a:pos x="604" y="363"/>
                </a:cxn>
                <a:cxn ang="0">
                  <a:pos x="558" y="422"/>
                </a:cxn>
                <a:cxn ang="0">
                  <a:pos x="539" y="398"/>
                </a:cxn>
                <a:cxn ang="0">
                  <a:pos x="582" y="328"/>
                </a:cxn>
                <a:cxn ang="0">
                  <a:pos x="612" y="267"/>
                </a:cxn>
                <a:cxn ang="0">
                  <a:pos x="590" y="263"/>
                </a:cxn>
                <a:cxn ang="0">
                  <a:pos x="518" y="352"/>
                </a:cxn>
                <a:cxn ang="0">
                  <a:pos x="474" y="371"/>
                </a:cxn>
                <a:cxn ang="0">
                  <a:pos x="496" y="310"/>
                </a:cxn>
                <a:cxn ang="0">
                  <a:pos x="563" y="247"/>
                </a:cxn>
                <a:cxn ang="0">
                  <a:pos x="563" y="218"/>
                </a:cxn>
                <a:cxn ang="0">
                  <a:pos x="463" y="269"/>
                </a:cxn>
                <a:cxn ang="0">
                  <a:pos x="401" y="366"/>
                </a:cxn>
                <a:cxn ang="0">
                  <a:pos x="402" y="423"/>
                </a:cxn>
                <a:cxn ang="0">
                  <a:pos x="434" y="479"/>
                </a:cxn>
                <a:cxn ang="0">
                  <a:pos x="268" y="557"/>
                </a:cxn>
                <a:cxn ang="0">
                  <a:pos x="132" y="673"/>
                </a:cxn>
                <a:cxn ang="0">
                  <a:pos x="54" y="780"/>
                </a:cxn>
                <a:cxn ang="0">
                  <a:pos x="8" y="902"/>
                </a:cxn>
                <a:cxn ang="0">
                  <a:pos x="3" y="1040"/>
                </a:cxn>
                <a:cxn ang="0">
                  <a:pos x="31" y="1136"/>
                </a:cxn>
                <a:cxn ang="0">
                  <a:pos x="105" y="1217"/>
                </a:cxn>
                <a:cxn ang="0">
                  <a:pos x="173" y="1241"/>
                </a:cxn>
                <a:cxn ang="0">
                  <a:pos x="206" y="1222"/>
                </a:cxn>
                <a:cxn ang="0">
                  <a:pos x="226" y="1169"/>
                </a:cxn>
                <a:cxn ang="0">
                  <a:pos x="181" y="1141"/>
                </a:cxn>
                <a:cxn ang="0">
                  <a:pos x="119" y="1090"/>
                </a:cxn>
                <a:cxn ang="0">
                  <a:pos x="86" y="961"/>
                </a:cxn>
                <a:cxn ang="0">
                  <a:pos x="101" y="838"/>
                </a:cxn>
                <a:cxn ang="0">
                  <a:pos x="156" y="727"/>
                </a:cxn>
                <a:cxn ang="0">
                  <a:pos x="237" y="632"/>
                </a:cxn>
                <a:cxn ang="0">
                  <a:pos x="334" y="555"/>
                </a:cxn>
                <a:cxn ang="0">
                  <a:pos x="458" y="495"/>
                </a:cxn>
                <a:cxn ang="0">
                  <a:pos x="556" y="531"/>
                </a:cxn>
                <a:cxn ang="0">
                  <a:pos x="658" y="511"/>
                </a:cxn>
                <a:cxn ang="0">
                  <a:pos x="733" y="434"/>
                </a:cxn>
                <a:cxn ang="0">
                  <a:pos x="779" y="323"/>
                </a:cxn>
                <a:cxn ang="0">
                  <a:pos x="795" y="193"/>
                </a:cxn>
                <a:cxn ang="0">
                  <a:pos x="777" y="67"/>
                </a:cxn>
                <a:cxn ang="0">
                  <a:pos x="700" y="0"/>
                </a:cxn>
                <a:cxn ang="0">
                  <a:pos x="669" y="84"/>
                </a:cxn>
                <a:cxn ang="0">
                  <a:pos x="644" y="154"/>
                </a:cxn>
              </a:cxnLst>
              <a:rect l="0" t="0" r="r" b="b"/>
              <a:pathLst>
                <a:path w="795" h="1241">
                  <a:moveTo>
                    <a:pt x="644" y="154"/>
                  </a:moveTo>
                  <a:lnTo>
                    <a:pt x="644" y="154"/>
                  </a:lnTo>
                  <a:lnTo>
                    <a:pt x="647" y="161"/>
                  </a:lnTo>
                  <a:lnTo>
                    <a:pt x="652" y="165"/>
                  </a:lnTo>
                  <a:lnTo>
                    <a:pt x="658" y="170"/>
                  </a:lnTo>
                  <a:lnTo>
                    <a:pt x="665" y="173"/>
                  </a:lnTo>
                  <a:lnTo>
                    <a:pt x="679" y="178"/>
                  </a:lnTo>
                  <a:lnTo>
                    <a:pt x="693" y="181"/>
                  </a:lnTo>
                  <a:lnTo>
                    <a:pt x="709" y="181"/>
                  </a:lnTo>
                  <a:lnTo>
                    <a:pt x="723" y="180"/>
                  </a:lnTo>
                  <a:lnTo>
                    <a:pt x="744" y="177"/>
                  </a:lnTo>
                  <a:lnTo>
                    <a:pt x="744" y="177"/>
                  </a:lnTo>
                  <a:lnTo>
                    <a:pt x="739" y="189"/>
                  </a:lnTo>
                  <a:lnTo>
                    <a:pt x="733" y="200"/>
                  </a:lnTo>
                  <a:lnTo>
                    <a:pt x="727" y="207"/>
                  </a:lnTo>
                  <a:lnTo>
                    <a:pt x="717" y="212"/>
                  </a:lnTo>
                  <a:lnTo>
                    <a:pt x="709" y="213"/>
                  </a:lnTo>
                  <a:lnTo>
                    <a:pt x="700" y="215"/>
                  </a:lnTo>
                  <a:lnTo>
                    <a:pt x="690" y="213"/>
                  </a:lnTo>
                  <a:lnTo>
                    <a:pt x="679" y="210"/>
                  </a:lnTo>
                  <a:lnTo>
                    <a:pt x="660" y="202"/>
                  </a:lnTo>
                  <a:lnTo>
                    <a:pt x="639" y="191"/>
                  </a:lnTo>
                  <a:lnTo>
                    <a:pt x="606" y="169"/>
                  </a:lnTo>
                  <a:lnTo>
                    <a:pt x="606" y="169"/>
                  </a:lnTo>
                  <a:lnTo>
                    <a:pt x="598" y="180"/>
                  </a:lnTo>
                  <a:lnTo>
                    <a:pt x="595" y="189"/>
                  </a:lnTo>
                  <a:lnTo>
                    <a:pt x="593" y="199"/>
                  </a:lnTo>
                  <a:lnTo>
                    <a:pt x="595" y="207"/>
                  </a:lnTo>
                  <a:lnTo>
                    <a:pt x="598" y="215"/>
                  </a:lnTo>
                  <a:lnTo>
                    <a:pt x="603" y="223"/>
                  </a:lnTo>
                  <a:lnTo>
                    <a:pt x="609" y="229"/>
                  </a:lnTo>
                  <a:lnTo>
                    <a:pt x="617" y="235"/>
                  </a:lnTo>
                  <a:lnTo>
                    <a:pt x="636" y="247"/>
                  </a:lnTo>
                  <a:lnTo>
                    <a:pt x="658" y="256"/>
                  </a:lnTo>
                  <a:lnTo>
                    <a:pt x="679" y="264"/>
                  </a:lnTo>
                  <a:lnTo>
                    <a:pt x="698" y="270"/>
                  </a:lnTo>
                  <a:lnTo>
                    <a:pt x="698" y="270"/>
                  </a:lnTo>
                  <a:lnTo>
                    <a:pt x="701" y="280"/>
                  </a:lnTo>
                  <a:lnTo>
                    <a:pt x="703" y="291"/>
                  </a:lnTo>
                  <a:lnTo>
                    <a:pt x="703" y="312"/>
                  </a:lnTo>
                  <a:lnTo>
                    <a:pt x="700" y="331"/>
                  </a:lnTo>
                  <a:lnTo>
                    <a:pt x="695" y="352"/>
                  </a:lnTo>
                  <a:lnTo>
                    <a:pt x="688" y="369"/>
                  </a:lnTo>
                  <a:lnTo>
                    <a:pt x="679" y="387"/>
                  </a:lnTo>
                  <a:lnTo>
                    <a:pt x="669" y="403"/>
                  </a:lnTo>
                  <a:lnTo>
                    <a:pt x="660" y="417"/>
                  </a:lnTo>
                  <a:lnTo>
                    <a:pt x="660" y="417"/>
                  </a:lnTo>
                  <a:lnTo>
                    <a:pt x="655" y="409"/>
                  </a:lnTo>
                  <a:lnTo>
                    <a:pt x="653" y="401"/>
                  </a:lnTo>
                  <a:lnTo>
                    <a:pt x="652" y="391"/>
                  </a:lnTo>
                  <a:lnTo>
                    <a:pt x="652" y="380"/>
                  </a:lnTo>
                  <a:lnTo>
                    <a:pt x="657" y="358"/>
                  </a:lnTo>
                  <a:lnTo>
                    <a:pt x="661" y="336"/>
                  </a:lnTo>
                  <a:lnTo>
                    <a:pt x="666" y="313"/>
                  </a:lnTo>
                  <a:lnTo>
                    <a:pt x="668" y="304"/>
                  </a:lnTo>
                  <a:lnTo>
                    <a:pt x="668" y="293"/>
                  </a:lnTo>
                  <a:lnTo>
                    <a:pt x="666" y="285"/>
                  </a:lnTo>
                  <a:lnTo>
                    <a:pt x="665" y="275"/>
                  </a:lnTo>
                  <a:lnTo>
                    <a:pt x="658" y="269"/>
                  </a:lnTo>
                  <a:lnTo>
                    <a:pt x="652" y="263"/>
                  </a:lnTo>
                  <a:lnTo>
                    <a:pt x="652" y="263"/>
                  </a:lnTo>
                  <a:lnTo>
                    <a:pt x="644" y="272"/>
                  </a:lnTo>
                  <a:lnTo>
                    <a:pt x="638" y="283"/>
                  </a:lnTo>
                  <a:lnTo>
                    <a:pt x="626" y="309"/>
                  </a:lnTo>
                  <a:lnTo>
                    <a:pt x="604" y="363"/>
                  </a:lnTo>
                  <a:lnTo>
                    <a:pt x="591" y="388"/>
                  </a:lnTo>
                  <a:lnTo>
                    <a:pt x="583" y="399"/>
                  </a:lnTo>
                  <a:lnTo>
                    <a:pt x="577" y="409"/>
                  </a:lnTo>
                  <a:lnTo>
                    <a:pt x="568" y="417"/>
                  </a:lnTo>
                  <a:lnTo>
                    <a:pt x="558" y="422"/>
                  </a:lnTo>
                  <a:lnTo>
                    <a:pt x="547" y="425"/>
                  </a:lnTo>
                  <a:lnTo>
                    <a:pt x="536" y="425"/>
                  </a:lnTo>
                  <a:lnTo>
                    <a:pt x="536" y="425"/>
                  </a:lnTo>
                  <a:lnTo>
                    <a:pt x="536" y="410"/>
                  </a:lnTo>
                  <a:lnTo>
                    <a:pt x="539" y="398"/>
                  </a:lnTo>
                  <a:lnTo>
                    <a:pt x="544" y="385"/>
                  </a:lnTo>
                  <a:lnTo>
                    <a:pt x="548" y="372"/>
                  </a:lnTo>
                  <a:lnTo>
                    <a:pt x="556" y="361"/>
                  </a:lnTo>
                  <a:lnTo>
                    <a:pt x="564" y="350"/>
                  </a:lnTo>
                  <a:lnTo>
                    <a:pt x="582" y="328"/>
                  </a:lnTo>
                  <a:lnTo>
                    <a:pt x="598" y="307"/>
                  </a:lnTo>
                  <a:lnTo>
                    <a:pt x="604" y="298"/>
                  </a:lnTo>
                  <a:lnTo>
                    <a:pt x="609" y="288"/>
                  </a:lnTo>
                  <a:lnTo>
                    <a:pt x="612" y="278"/>
                  </a:lnTo>
                  <a:lnTo>
                    <a:pt x="612" y="267"/>
                  </a:lnTo>
                  <a:lnTo>
                    <a:pt x="610" y="258"/>
                  </a:lnTo>
                  <a:lnTo>
                    <a:pt x="606" y="247"/>
                  </a:lnTo>
                  <a:lnTo>
                    <a:pt x="606" y="247"/>
                  </a:lnTo>
                  <a:lnTo>
                    <a:pt x="596" y="255"/>
                  </a:lnTo>
                  <a:lnTo>
                    <a:pt x="590" y="263"/>
                  </a:lnTo>
                  <a:lnTo>
                    <a:pt x="575" y="282"/>
                  </a:lnTo>
                  <a:lnTo>
                    <a:pt x="550" y="320"/>
                  </a:lnTo>
                  <a:lnTo>
                    <a:pt x="536" y="337"/>
                  </a:lnTo>
                  <a:lnTo>
                    <a:pt x="528" y="345"/>
                  </a:lnTo>
                  <a:lnTo>
                    <a:pt x="518" y="352"/>
                  </a:lnTo>
                  <a:lnTo>
                    <a:pt x="509" y="358"/>
                  </a:lnTo>
                  <a:lnTo>
                    <a:pt x="499" y="364"/>
                  </a:lnTo>
                  <a:lnTo>
                    <a:pt x="486" y="368"/>
                  </a:lnTo>
                  <a:lnTo>
                    <a:pt x="474" y="371"/>
                  </a:lnTo>
                  <a:lnTo>
                    <a:pt x="474" y="371"/>
                  </a:lnTo>
                  <a:lnTo>
                    <a:pt x="475" y="356"/>
                  </a:lnTo>
                  <a:lnTo>
                    <a:pt x="478" y="344"/>
                  </a:lnTo>
                  <a:lnTo>
                    <a:pt x="483" y="331"/>
                  </a:lnTo>
                  <a:lnTo>
                    <a:pt x="490" y="321"/>
                  </a:lnTo>
                  <a:lnTo>
                    <a:pt x="496" y="310"/>
                  </a:lnTo>
                  <a:lnTo>
                    <a:pt x="504" y="302"/>
                  </a:lnTo>
                  <a:lnTo>
                    <a:pt x="520" y="285"/>
                  </a:lnTo>
                  <a:lnTo>
                    <a:pt x="537" y="270"/>
                  </a:lnTo>
                  <a:lnTo>
                    <a:pt x="555" y="255"/>
                  </a:lnTo>
                  <a:lnTo>
                    <a:pt x="563" y="247"/>
                  </a:lnTo>
                  <a:lnTo>
                    <a:pt x="571" y="237"/>
                  </a:lnTo>
                  <a:lnTo>
                    <a:pt x="577" y="226"/>
                  </a:lnTo>
                  <a:lnTo>
                    <a:pt x="582" y="216"/>
                  </a:lnTo>
                  <a:lnTo>
                    <a:pt x="582" y="216"/>
                  </a:lnTo>
                  <a:lnTo>
                    <a:pt x="563" y="218"/>
                  </a:lnTo>
                  <a:lnTo>
                    <a:pt x="542" y="223"/>
                  </a:lnTo>
                  <a:lnTo>
                    <a:pt x="521" y="231"/>
                  </a:lnTo>
                  <a:lnTo>
                    <a:pt x="501" y="240"/>
                  </a:lnTo>
                  <a:lnTo>
                    <a:pt x="480" y="253"/>
                  </a:lnTo>
                  <a:lnTo>
                    <a:pt x="463" y="269"/>
                  </a:lnTo>
                  <a:lnTo>
                    <a:pt x="445" y="285"/>
                  </a:lnTo>
                  <a:lnTo>
                    <a:pt x="429" y="304"/>
                  </a:lnTo>
                  <a:lnTo>
                    <a:pt x="416" y="323"/>
                  </a:lnTo>
                  <a:lnTo>
                    <a:pt x="407" y="345"/>
                  </a:lnTo>
                  <a:lnTo>
                    <a:pt x="401" y="366"/>
                  </a:lnTo>
                  <a:lnTo>
                    <a:pt x="399" y="377"/>
                  </a:lnTo>
                  <a:lnTo>
                    <a:pt x="397" y="388"/>
                  </a:lnTo>
                  <a:lnTo>
                    <a:pt x="397" y="399"/>
                  </a:lnTo>
                  <a:lnTo>
                    <a:pt x="399" y="412"/>
                  </a:lnTo>
                  <a:lnTo>
                    <a:pt x="402" y="423"/>
                  </a:lnTo>
                  <a:lnTo>
                    <a:pt x="405" y="434"/>
                  </a:lnTo>
                  <a:lnTo>
                    <a:pt x="410" y="445"/>
                  </a:lnTo>
                  <a:lnTo>
                    <a:pt x="418" y="457"/>
                  </a:lnTo>
                  <a:lnTo>
                    <a:pt x="426" y="468"/>
                  </a:lnTo>
                  <a:lnTo>
                    <a:pt x="434" y="479"/>
                  </a:lnTo>
                  <a:lnTo>
                    <a:pt x="434" y="479"/>
                  </a:lnTo>
                  <a:lnTo>
                    <a:pt x="394" y="493"/>
                  </a:lnTo>
                  <a:lnTo>
                    <a:pt x="353" y="511"/>
                  </a:lnTo>
                  <a:lnTo>
                    <a:pt x="311" y="531"/>
                  </a:lnTo>
                  <a:lnTo>
                    <a:pt x="268" y="557"/>
                  </a:lnTo>
                  <a:lnTo>
                    <a:pt x="227" y="585"/>
                  </a:lnTo>
                  <a:lnTo>
                    <a:pt x="187" y="619"/>
                  </a:lnTo>
                  <a:lnTo>
                    <a:pt x="168" y="636"/>
                  </a:lnTo>
                  <a:lnTo>
                    <a:pt x="149" y="654"/>
                  </a:lnTo>
                  <a:lnTo>
                    <a:pt x="132" y="673"/>
                  </a:lnTo>
                  <a:lnTo>
                    <a:pt x="114" y="692"/>
                  </a:lnTo>
                  <a:lnTo>
                    <a:pt x="97" y="713"/>
                  </a:lnTo>
                  <a:lnTo>
                    <a:pt x="82" y="735"/>
                  </a:lnTo>
                  <a:lnTo>
                    <a:pt x="68" y="757"/>
                  </a:lnTo>
                  <a:lnTo>
                    <a:pt x="54" y="780"/>
                  </a:lnTo>
                  <a:lnTo>
                    <a:pt x="43" y="802"/>
                  </a:lnTo>
                  <a:lnTo>
                    <a:pt x="31" y="827"/>
                  </a:lnTo>
                  <a:lnTo>
                    <a:pt x="22" y="851"/>
                  </a:lnTo>
                  <a:lnTo>
                    <a:pt x="14" y="877"/>
                  </a:lnTo>
                  <a:lnTo>
                    <a:pt x="8" y="902"/>
                  </a:lnTo>
                  <a:lnTo>
                    <a:pt x="3" y="929"/>
                  </a:lnTo>
                  <a:lnTo>
                    <a:pt x="1" y="956"/>
                  </a:lnTo>
                  <a:lnTo>
                    <a:pt x="0" y="983"/>
                  </a:lnTo>
                  <a:lnTo>
                    <a:pt x="1" y="1012"/>
                  </a:lnTo>
                  <a:lnTo>
                    <a:pt x="3" y="1040"/>
                  </a:lnTo>
                  <a:lnTo>
                    <a:pt x="9" y="1071"/>
                  </a:lnTo>
                  <a:lnTo>
                    <a:pt x="16" y="1099"/>
                  </a:lnTo>
                  <a:lnTo>
                    <a:pt x="16" y="1099"/>
                  </a:lnTo>
                  <a:lnTo>
                    <a:pt x="22" y="1118"/>
                  </a:lnTo>
                  <a:lnTo>
                    <a:pt x="31" y="1136"/>
                  </a:lnTo>
                  <a:lnTo>
                    <a:pt x="43" y="1155"/>
                  </a:lnTo>
                  <a:lnTo>
                    <a:pt x="57" y="1173"/>
                  </a:lnTo>
                  <a:lnTo>
                    <a:pt x="71" y="1188"/>
                  </a:lnTo>
                  <a:lnTo>
                    <a:pt x="89" y="1204"/>
                  </a:lnTo>
                  <a:lnTo>
                    <a:pt x="105" y="1217"/>
                  </a:lnTo>
                  <a:lnTo>
                    <a:pt x="122" y="1228"/>
                  </a:lnTo>
                  <a:lnTo>
                    <a:pt x="140" y="1236"/>
                  </a:lnTo>
                  <a:lnTo>
                    <a:pt x="157" y="1241"/>
                  </a:lnTo>
                  <a:lnTo>
                    <a:pt x="165" y="1241"/>
                  </a:lnTo>
                  <a:lnTo>
                    <a:pt x="173" y="1241"/>
                  </a:lnTo>
                  <a:lnTo>
                    <a:pt x="181" y="1239"/>
                  </a:lnTo>
                  <a:lnTo>
                    <a:pt x="187" y="1238"/>
                  </a:lnTo>
                  <a:lnTo>
                    <a:pt x="194" y="1233"/>
                  </a:lnTo>
                  <a:lnTo>
                    <a:pt x="200" y="1228"/>
                  </a:lnTo>
                  <a:lnTo>
                    <a:pt x="206" y="1222"/>
                  </a:lnTo>
                  <a:lnTo>
                    <a:pt x="211" y="1215"/>
                  </a:lnTo>
                  <a:lnTo>
                    <a:pt x="216" y="1206"/>
                  </a:lnTo>
                  <a:lnTo>
                    <a:pt x="219" y="1195"/>
                  </a:lnTo>
                  <a:lnTo>
                    <a:pt x="222" y="1184"/>
                  </a:lnTo>
                  <a:lnTo>
                    <a:pt x="226" y="1169"/>
                  </a:lnTo>
                  <a:lnTo>
                    <a:pt x="226" y="1169"/>
                  </a:lnTo>
                  <a:lnTo>
                    <a:pt x="216" y="1160"/>
                  </a:lnTo>
                  <a:lnTo>
                    <a:pt x="205" y="1153"/>
                  </a:lnTo>
                  <a:lnTo>
                    <a:pt x="194" y="1147"/>
                  </a:lnTo>
                  <a:lnTo>
                    <a:pt x="181" y="1141"/>
                  </a:lnTo>
                  <a:lnTo>
                    <a:pt x="154" y="1130"/>
                  </a:lnTo>
                  <a:lnTo>
                    <a:pt x="143" y="1123"/>
                  </a:lnTo>
                  <a:lnTo>
                    <a:pt x="132" y="1115"/>
                  </a:lnTo>
                  <a:lnTo>
                    <a:pt x="132" y="1115"/>
                  </a:lnTo>
                  <a:lnTo>
                    <a:pt x="119" y="1090"/>
                  </a:lnTo>
                  <a:lnTo>
                    <a:pt x="108" y="1064"/>
                  </a:lnTo>
                  <a:lnTo>
                    <a:pt x="100" y="1037"/>
                  </a:lnTo>
                  <a:lnTo>
                    <a:pt x="94" y="1012"/>
                  </a:lnTo>
                  <a:lnTo>
                    <a:pt x="89" y="986"/>
                  </a:lnTo>
                  <a:lnTo>
                    <a:pt x="86" y="961"/>
                  </a:lnTo>
                  <a:lnTo>
                    <a:pt x="86" y="935"/>
                  </a:lnTo>
                  <a:lnTo>
                    <a:pt x="87" y="912"/>
                  </a:lnTo>
                  <a:lnTo>
                    <a:pt x="90" y="888"/>
                  </a:lnTo>
                  <a:lnTo>
                    <a:pt x="95" y="862"/>
                  </a:lnTo>
                  <a:lnTo>
                    <a:pt x="101" y="838"/>
                  </a:lnTo>
                  <a:lnTo>
                    <a:pt x="109" y="816"/>
                  </a:lnTo>
                  <a:lnTo>
                    <a:pt x="119" y="794"/>
                  </a:lnTo>
                  <a:lnTo>
                    <a:pt x="130" y="770"/>
                  </a:lnTo>
                  <a:lnTo>
                    <a:pt x="141" y="749"/>
                  </a:lnTo>
                  <a:lnTo>
                    <a:pt x="156" y="727"/>
                  </a:lnTo>
                  <a:lnTo>
                    <a:pt x="170" y="708"/>
                  </a:lnTo>
                  <a:lnTo>
                    <a:pt x="184" y="687"/>
                  </a:lnTo>
                  <a:lnTo>
                    <a:pt x="202" y="668"/>
                  </a:lnTo>
                  <a:lnTo>
                    <a:pt x="218" y="649"/>
                  </a:lnTo>
                  <a:lnTo>
                    <a:pt x="237" y="632"/>
                  </a:lnTo>
                  <a:lnTo>
                    <a:pt x="254" y="614"/>
                  </a:lnTo>
                  <a:lnTo>
                    <a:pt x="273" y="598"/>
                  </a:lnTo>
                  <a:lnTo>
                    <a:pt x="294" y="582"/>
                  </a:lnTo>
                  <a:lnTo>
                    <a:pt x="313" y="568"/>
                  </a:lnTo>
                  <a:lnTo>
                    <a:pt x="334" y="555"/>
                  </a:lnTo>
                  <a:lnTo>
                    <a:pt x="375" y="531"/>
                  </a:lnTo>
                  <a:lnTo>
                    <a:pt x="396" y="520"/>
                  </a:lnTo>
                  <a:lnTo>
                    <a:pt x="416" y="511"/>
                  </a:lnTo>
                  <a:lnTo>
                    <a:pt x="437" y="503"/>
                  </a:lnTo>
                  <a:lnTo>
                    <a:pt x="458" y="495"/>
                  </a:lnTo>
                  <a:lnTo>
                    <a:pt x="458" y="495"/>
                  </a:lnTo>
                  <a:lnTo>
                    <a:pt x="483" y="509"/>
                  </a:lnTo>
                  <a:lnTo>
                    <a:pt x="509" y="520"/>
                  </a:lnTo>
                  <a:lnTo>
                    <a:pt x="533" y="528"/>
                  </a:lnTo>
                  <a:lnTo>
                    <a:pt x="556" y="531"/>
                  </a:lnTo>
                  <a:lnTo>
                    <a:pt x="579" y="533"/>
                  </a:lnTo>
                  <a:lnTo>
                    <a:pt x="599" y="531"/>
                  </a:lnTo>
                  <a:lnTo>
                    <a:pt x="620" y="528"/>
                  </a:lnTo>
                  <a:lnTo>
                    <a:pt x="639" y="520"/>
                  </a:lnTo>
                  <a:lnTo>
                    <a:pt x="658" y="511"/>
                  </a:lnTo>
                  <a:lnTo>
                    <a:pt x="676" y="500"/>
                  </a:lnTo>
                  <a:lnTo>
                    <a:pt x="692" y="487"/>
                  </a:lnTo>
                  <a:lnTo>
                    <a:pt x="706" y="471"/>
                  </a:lnTo>
                  <a:lnTo>
                    <a:pt x="720" y="453"/>
                  </a:lnTo>
                  <a:lnTo>
                    <a:pt x="733" y="434"/>
                  </a:lnTo>
                  <a:lnTo>
                    <a:pt x="744" y="415"/>
                  </a:lnTo>
                  <a:lnTo>
                    <a:pt x="755" y="393"/>
                  </a:lnTo>
                  <a:lnTo>
                    <a:pt x="765" y="371"/>
                  </a:lnTo>
                  <a:lnTo>
                    <a:pt x="773" y="347"/>
                  </a:lnTo>
                  <a:lnTo>
                    <a:pt x="779" y="323"/>
                  </a:lnTo>
                  <a:lnTo>
                    <a:pt x="785" y="298"/>
                  </a:lnTo>
                  <a:lnTo>
                    <a:pt x="790" y="272"/>
                  </a:lnTo>
                  <a:lnTo>
                    <a:pt x="793" y="245"/>
                  </a:lnTo>
                  <a:lnTo>
                    <a:pt x="795" y="220"/>
                  </a:lnTo>
                  <a:lnTo>
                    <a:pt x="795" y="193"/>
                  </a:lnTo>
                  <a:lnTo>
                    <a:pt x="795" y="167"/>
                  </a:lnTo>
                  <a:lnTo>
                    <a:pt x="792" y="140"/>
                  </a:lnTo>
                  <a:lnTo>
                    <a:pt x="789" y="115"/>
                  </a:lnTo>
                  <a:lnTo>
                    <a:pt x="784" y="91"/>
                  </a:lnTo>
                  <a:lnTo>
                    <a:pt x="777" y="67"/>
                  </a:lnTo>
                  <a:lnTo>
                    <a:pt x="770" y="43"/>
                  </a:lnTo>
                  <a:lnTo>
                    <a:pt x="760" y="21"/>
                  </a:lnTo>
                  <a:lnTo>
                    <a:pt x="749" y="0"/>
                  </a:lnTo>
                  <a:lnTo>
                    <a:pt x="700" y="0"/>
                  </a:lnTo>
                  <a:lnTo>
                    <a:pt x="700" y="0"/>
                  </a:lnTo>
                  <a:lnTo>
                    <a:pt x="698" y="11"/>
                  </a:lnTo>
                  <a:lnTo>
                    <a:pt x="696" y="22"/>
                  </a:lnTo>
                  <a:lnTo>
                    <a:pt x="688" y="45"/>
                  </a:lnTo>
                  <a:lnTo>
                    <a:pt x="680" y="65"/>
                  </a:lnTo>
                  <a:lnTo>
                    <a:pt x="669" y="84"/>
                  </a:lnTo>
                  <a:lnTo>
                    <a:pt x="660" y="103"/>
                  </a:lnTo>
                  <a:lnTo>
                    <a:pt x="652" y="121"/>
                  </a:lnTo>
                  <a:lnTo>
                    <a:pt x="645" y="138"/>
                  </a:lnTo>
                  <a:lnTo>
                    <a:pt x="644" y="146"/>
                  </a:lnTo>
                  <a:lnTo>
                    <a:pt x="644" y="154"/>
                  </a:lnTo>
                  <a:lnTo>
                    <a:pt x="644" y="154"/>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sp>
          <p:nvSpPr>
            <p:cNvPr id="16" name=""/>
            <p:cNvSpPr/>
            <p:nvPr/>
          </p:nvSpPr>
          <p:spPr>
            <a:xfrm>
              <a:off x="8623300" y="0"/>
              <a:ext cx="284162" cy="354012"/>
            </a:xfrm>
            <a:custGeom>
              <a:avLst/>
              <a:gdLst/>
              <a:cxnLst>
                <a:cxn ang="0">
                  <a:pos x="174" y="223"/>
                </a:cxn>
                <a:cxn ang="0">
                  <a:pos x="174" y="223"/>
                </a:cxn>
                <a:cxn ang="0">
                  <a:pos x="177" y="204"/>
                </a:cxn>
                <a:cxn ang="0">
                  <a:pos x="179" y="185"/>
                </a:cxn>
                <a:cxn ang="0">
                  <a:pos x="179" y="167"/>
                </a:cxn>
                <a:cxn ang="0">
                  <a:pos x="179" y="151"/>
                </a:cxn>
                <a:cxn ang="0">
                  <a:pos x="175" y="135"/>
                </a:cxn>
                <a:cxn ang="0">
                  <a:pos x="172" y="119"/>
                </a:cxn>
                <a:cxn ang="0">
                  <a:pos x="167" y="105"/>
                </a:cxn>
                <a:cxn ang="0">
                  <a:pos x="161" y="91"/>
                </a:cxn>
                <a:cxn ang="0">
                  <a:pos x="153" y="78"/>
                </a:cxn>
                <a:cxn ang="0">
                  <a:pos x="145" y="65"/>
                </a:cxn>
                <a:cxn ang="0">
                  <a:pos x="128" y="41"/>
                </a:cxn>
                <a:cxn ang="0">
                  <a:pos x="107" y="19"/>
                </a:cxn>
                <a:cxn ang="0">
                  <a:pos x="86" y="0"/>
                </a:cxn>
                <a:cxn ang="0">
                  <a:pos x="0" y="0"/>
                </a:cxn>
                <a:cxn ang="0">
                  <a:pos x="0" y="0"/>
                </a:cxn>
                <a:cxn ang="0">
                  <a:pos x="20" y="30"/>
                </a:cxn>
                <a:cxn ang="0">
                  <a:pos x="37" y="62"/>
                </a:cxn>
                <a:cxn ang="0">
                  <a:pos x="56" y="94"/>
                </a:cxn>
                <a:cxn ang="0">
                  <a:pos x="75" y="124"/>
                </a:cxn>
                <a:cxn ang="0">
                  <a:pos x="94" y="153"/>
                </a:cxn>
                <a:cxn ang="0">
                  <a:pos x="105" y="167"/>
                </a:cxn>
                <a:cxn ang="0">
                  <a:pos x="118" y="180"/>
                </a:cxn>
                <a:cxn ang="0">
                  <a:pos x="131" y="193"/>
                </a:cxn>
                <a:cxn ang="0">
                  <a:pos x="144" y="204"/>
                </a:cxn>
                <a:cxn ang="0">
                  <a:pos x="158" y="213"/>
                </a:cxn>
                <a:cxn ang="0">
                  <a:pos x="174" y="223"/>
                </a:cxn>
                <a:cxn ang="0">
                  <a:pos x="174" y="223"/>
                </a:cxn>
              </a:cxnLst>
              <a:rect l="0" t="0" r="r" b="b"/>
              <a:pathLst>
                <a:path w="179" h="223">
                  <a:moveTo>
                    <a:pt x="174" y="223"/>
                  </a:moveTo>
                  <a:lnTo>
                    <a:pt x="174" y="223"/>
                  </a:lnTo>
                  <a:lnTo>
                    <a:pt x="177" y="204"/>
                  </a:lnTo>
                  <a:lnTo>
                    <a:pt x="179" y="185"/>
                  </a:lnTo>
                  <a:lnTo>
                    <a:pt x="179" y="167"/>
                  </a:lnTo>
                  <a:lnTo>
                    <a:pt x="179" y="151"/>
                  </a:lnTo>
                  <a:lnTo>
                    <a:pt x="175" y="135"/>
                  </a:lnTo>
                  <a:lnTo>
                    <a:pt x="172" y="119"/>
                  </a:lnTo>
                  <a:lnTo>
                    <a:pt x="167" y="105"/>
                  </a:lnTo>
                  <a:lnTo>
                    <a:pt x="161" y="91"/>
                  </a:lnTo>
                  <a:lnTo>
                    <a:pt x="153" y="78"/>
                  </a:lnTo>
                  <a:lnTo>
                    <a:pt x="145" y="65"/>
                  </a:lnTo>
                  <a:lnTo>
                    <a:pt x="128" y="41"/>
                  </a:lnTo>
                  <a:lnTo>
                    <a:pt x="107" y="19"/>
                  </a:lnTo>
                  <a:lnTo>
                    <a:pt x="86" y="0"/>
                  </a:lnTo>
                  <a:lnTo>
                    <a:pt x="0" y="0"/>
                  </a:lnTo>
                  <a:lnTo>
                    <a:pt x="0" y="0"/>
                  </a:lnTo>
                  <a:lnTo>
                    <a:pt x="20" y="30"/>
                  </a:lnTo>
                  <a:lnTo>
                    <a:pt x="37" y="62"/>
                  </a:lnTo>
                  <a:lnTo>
                    <a:pt x="56" y="94"/>
                  </a:lnTo>
                  <a:lnTo>
                    <a:pt x="75" y="124"/>
                  </a:lnTo>
                  <a:lnTo>
                    <a:pt x="94" y="153"/>
                  </a:lnTo>
                  <a:lnTo>
                    <a:pt x="105" y="167"/>
                  </a:lnTo>
                  <a:lnTo>
                    <a:pt x="118" y="180"/>
                  </a:lnTo>
                  <a:lnTo>
                    <a:pt x="131" y="193"/>
                  </a:lnTo>
                  <a:lnTo>
                    <a:pt x="144" y="204"/>
                  </a:lnTo>
                  <a:lnTo>
                    <a:pt x="158" y="213"/>
                  </a:lnTo>
                  <a:lnTo>
                    <a:pt x="174" y="223"/>
                  </a:lnTo>
                  <a:lnTo>
                    <a:pt x="174" y="223"/>
                  </a:lnTo>
                </a:path>
              </a:pathLst>
            </a:custGeom>
            <a:grpFill/>
            <a:ln w="9525">
              <a:noFill/>
              <a:round/>
            </a:ln>
          </p:spPr>
          <p:txBody>
            <a:bodyPr vert="horz" wrap="square" lIns="91440" tIns="45720" rIns="91440" bIns="45720" anchor="ctr">
              <a:noAutofit/>
            </a:bodyPr>
            <a:p>
              <a:pPr algn="ctr">
                <a:defRPr lang="ko-KR" altLang="en-US"/>
              </a:pPr>
              <a:endParaRPr lang="en-US" altLang="ko-KR"/>
            </a:p>
          </p:txBody>
        </p:sp>
      </p:grpSp>
      <p:grpSp>
        <p:nvGrpSpPr>
          <p:cNvPr id="21" name=""/>
          <p:cNvGrpSpPr/>
          <p:nvPr/>
        </p:nvGrpSpPr>
        <p:grpSpPr>
          <a:xfrm rot="16200000">
            <a:off x="-3303601" y="3303599"/>
            <a:ext cx="6858001" cy="250799"/>
            <a:chOff x="-2" y="4"/>
            <a:chExt cx="9168065" cy="250800"/>
          </a:xfrm>
        </p:grpSpPr>
        <p:sp>
          <p:nvSpPr>
            <p:cNvPr id="22" name=""/>
            <p:cNvSpPr/>
            <p:nvPr/>
          </p:nvSpPr>
          <p:spPr>
            <a:xfrm flipH="1">
              <a:off x="-2" y="38104"/>
              <a:ext cx="9168063" cy="2127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sp>
          <p:nvSpPr>
            <p:cNvPr id="23" name=""/>
            <p:cNvSpPr/>
            <p:nvPr/>
          </p:nvSpPr>
          <p:spPr>
            <a:xfrm flipH="1">
              <a:off x="-1" y="4"/>
              <a:ext cx="9168064" cy="1396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grpSp>
      <p:sp>
        <p:nvSpPr>
          <p:cNvPr id="2" name=""/>
          <p:cNvSpPr>
            <a:spLocks noGrp="1"/>
          </p:cNvSpPr>
          <p:nvPr>
            <p:ph type="ctrTitle" idx="0"/>
          </p:nvPr>
        </p:nvSpPr>
        <p:spPr>
          <a:xfrm>
            <a:off x="1714479" y="1928802"/>
            <a:ext cx="6972319" cy="1428760"/>
          </a:xfrm>
        </p:spPr>
        <p:txBody>
          <a:bodyPr/>
          <a:lstStyle>
            <a:lvl1pPr>
              <a:defRPr sz="5400"/>
            </a:lvl1pPr>
          </a:lstStyle>
          <a:p>
            <a:pPr lvl="0">
              <a:defRPr lang="ko-KR" altLang="en-US"/>
            </a:pPr>
            <a:r>
              <a:rPr lang="ko-KR" altLang="en-US"/>
              <a:t>마스터 제목 스타일 편집</a:t>
            </a:r>
            <a:endParaRPr lang="ko-KR" altLang="en-US"/>
          </a:p>
        </p:txBody>
      </p:sp>
      <p:sp>
        <p:nvSpPr>
          <p:cNvPr id="3" name=""/>
          <p:cNvSpPr>
            <a:spLocks noGrp="1"/>
          </p:cNvSpPr>
          <p:nvPr>
            <p:ph type="dt" sz="half" idx="10"/>
          </p:nvPr>
        </p:nvSpPr>
        <p:spPr>
          <a:xfrm>
            <a:off x="1714479" y="3500438"/>
            <a:ext cx="2133599" cy="365125"/>
          </a:xfrm>
        </p:spPr>
        <p:txBody>
          <a:bodyPr/>
          <a:lstStyle/>
          <a:p>
            <a:pPr>
              <a:defRPr lang="ko-KR" altLang="en-US"/>
            </a:pPr>
            <a:fld id="{799F6D4A-2882-4793-B1E8-ED3E35C329FB}" type="datetime1">
              <a:rPr lang="ko-KR" altLang="en-US"/>
              <a:pPr>
                <a:defRPr lang="ko-KR" altLang="en-US"/>
              </a:pPr>
              <a:t>2026-03-03</a:t>
            </a:fld>
            <a:endParaRPr lang="ko-KR" altLang="en-US"/>
          </a:p>
        </p:txBody>
      </p:sp>
      <p:sp>
        <p:nvSpPr>
          <p:cNvPr id="4" name=""/>
          <p:cNvSpPr>
            <a:spLocks noGrp="1"/>
          </p:cNvSpPr>
          <p:nvPr>
            <p:ph type="ftr" sz="quarter" idx="11"/>
          </p:nvPr>
        </p:nvSpPr>
        <p:spPr>
          <a:xfrm>
            <a:off x="3978708" y="3500438"/>
            <a:ext cx="2443861" cy="365125"/>
          </a:xfrm>
        </p:spPr>
        <p:txBody>
          <a:bodyPr/>
          <a:lstStyle/>
          <a:p>
            <a:pPr>
              <a:defRPr lang="ko-KR" altLang="en-US"/>
            </a:pPr>
            <a:r>
              <a:rPr lang="ko-KR" altLang="en-US"/>
              <a:t/>
            </a:r>
            <a:endParaRPr lang="ko-KR" altLang="en-US"/>
          </a:p>
        </p:txBody>
      </p:sp>
      <p:sp>
        <p:nvSpPr>
          <p:cNvPr id="5" name=""/>
          <p:cNvSpPr>
            <a:spLocks noGrp="1"/>
          </p:cNvSpPr>
          <p:nvPr>
            <p:ph type="sldNum" sz="quarter" idx="12"/>
          </p:nvPr>
        </p:nvSpPr>
        <p:spPr>
          <a:xfrm>
            <a:off x="6553199" y="3500438"/>
            <a:ext cx="2133599" cy="365125"/>
          </a:xfrm>
        </p:spPr>
        <p:txBody>
          <a:bodyPr/>
          <a:lstStyle/>
          <a:p>
            <a:pPr>
              <a:defRPr lang="ko-KR" altLang="en-US"/>
            </a:pPr>
            <a:fld id="{2C44E7A2-E421-4CB3-85A8-7A035C1FC4D7}" type="slidenum">
              <a:rPr lang="ko-KR" altLang="en-US"/>
              <a:pPr>
                <a:defRPr lang="ko-KR" altLang="en-US"/>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11.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1" matchingName="목차" type="clipArtAndTx" preserve="1">
  <p:cSld name="목차">
    <p:spTree>
      <p:nvGrpSpPr>
        <p:cNvPr id="1" name=""/>
        <p:cNvGrpSpPr/>
        <p:nvPr/>
      </p:nvGrpSpPr>
      <p:grpSpPr>
        <a:xfrm>
          <a:off x="0" y="0"/>
          <a:ext cx="0" cy="0"/>
          <a:chOff x="0" y="0"/>
          <a:chExt cx="0" cy="0"/>
        </a:xfrm>
      </p:grpSpPr>
      <p:pic>
        <p:nvPicPr>
          <p:cNvPr id="11" name="" descr="꽃03.png"/>
          <p:cNvPicPr/>
          <p:nvPr/>
        </p:nvPicPr>
        <p:blipFill rotWithShape="1">
          <a:blip r:embed="rId2">
            <a:alphaModFix/>
            <a:duotone>
              <a:prstClr val="black"/>
              <a:schemeClr val="accent3">
                <a:tint val="45000"/>
                <a:satMod val="400000"/>
              </a:schemeClr>
            </a:duotone>
            <a:lum bright="20000" contrast="40000"/>
          </a:blip>
          <a:stretch>
            <a:fillRect/>
          </a:stretch>
        </p:blipFill>
        <p:spPr>
          <a:xfrm>
            <a:off x="213300" y="3643200"/>
            <a:ext cx="3602438" cy="2790000"/>
          </a:xfrm>
          <a:prstGeom prst="rect">
            <a:avLst/>
          </a:prstGeom>
        </p:spPr>
      </p:pic>
      <p:sp>
        <p:nvSpPr>
          <p:cNvPr id="8197" name=""/>
          <p:cNvSpPr>
            <a:spLocks noEditPoints="1"/>
          </p:cNvSpPr>
          <p:nvPr/>
        </p:nvSpPr>
        <p:spPr>
          <a:xfrm rot="12060000">
            <a:off x="4782690" y="318066"/>
            <a:ext cx="1085400" cy="1836000"/>
          </a:xfrm>
          <a:custGeom>
            <a:avLst/>
            <a:gdLst/>
            <a:cxnLst>
              <a:cxn ang="0">
                <a:pos x="690" y="612"/>
              </a:cxn>
              <a:cxn ang="0">
                <a:pos x="752" y="682"/>
              </a:cxn>
              <a:cxn ang="0">
                <a:pos x="732" y="742"/>
              </a:cxn>
              <a:cxn ang="0">
                <a:pos x="648" y="946"/>
              </a:cxn>
              <a:cxn ang="0">
                <a:pos x="566" y="980"/>
              </a:cxn>
              <a:cxn ang="0">
                <a:pos x="654" y="884"/>
              </a:cxn>
              <a:cxn ang="0">
                <a:pos x="656" y="648"/>
              </a:cxn>
              <a:cxn ang="0">
                <a:pos x="596" y="640"/>
              </a:cxn>
              <a:cxn ang="0">
                <a:pos x="502" y="862"/>
              </a:cxn>
              <a:cxn ang="0">
                <a:pos x="368" y="1110"/>
              </a:cxn>
              <a:cxn ang="0">
                <a:pos x="308" y="1028"/>
              </a:cxn>
              <a:cxn ang="0">
                <a:pos x="470" y="794"/>
              </a:cxn>
              <a:cxn ang="0">
                <a:pos x="526" y="784"/>
              </a:cxn>
              <a:cxn ang="0">
                <a:pos x="568" y="762"/>
              </a:cxn>
              <a:cxn ang="0">
                <a:pos x="544" y="732"/>
              </a:cxn>
              <a:cxn ang="0">
                <a:pos x="584" y="672"/>
              </a:cxn>
              <a:cxn ang="0">
                <a:pos x="460" y="748"/>
              </a:cxn>
              <a:cxn ang="0">
                <a:pos x="208" y="910"/>
              </a:cxn>
              <a:cxn ang="0">
                <a:pos x="222" y="1030"/>
              </a:cxn>
              <a:cxn ang="0">
                <a:pos x="82" y="1164"/>
              </a:cxn>
              <a:cxn ang="0">
                <a:pos x="20" y="1122"/>
              </a:cxn>
              <a:cxn ang="0">
                <a:pos x="188" y="964"/>
              </a:cxn>
              <a:cxn ang="0">
                <a:pos x="360" y="712"/>
              </a:cxn>
              <a:cxn ang="0">
                <a:pos x="402" y="664"/>
              </a:cxn>
              <a:cxn ang="0">
                <a:pos x="412" y="704"/>
              </a:cxn>
              <a:cxn ang="0">
                <a:pos x="486" y="700"/>
              </a:cxn>
              <a:cxn ang="0">
                <a:pos x="508" y="682"/>
              </a:cxn>
              <a:cxn ang="0">
                <a:pos x="474" y="588"/>
              </a:cxn>
              <a:cxn ang="0">
                <a:pos x="414" y="564"/>
              </a:cxn>
              <a:cxn ang="0">
                <a:pos x="344" y="548"/>
              </a:cxn>
              <a:cxn ang="0">
                <a:pos x="330" y="560"/>
              </a:cxn>
              <a:cxn ang="0">
                <a:pos x="348" y="384"/>
              </a:cxn>
              <a:cxn ang="0">
                <a:pos x="340" y="420"/>
              </a:cxn>
              <a:cxn ang="0">
                <a:pos x="254" y="398"/>
              </a:cxn>
              <a:cxn ang="0">
                <a:pos x="390" y="344"/>
              </a:cxn>
              <a:cxn ang="0">
                <a:pos x="350" y="282"/>
              </a:cxn>
              <a:cxn ang="0">
                <a:pos x="326" y="306"/>
              </a:cxn>
              <a:cxn ang="0">
                <a:pos x="474" y="248"/>
              </a:cxn>
              <a:cxn ang="0">
                <a:pos x="472" y="168"/>
              </a:cxn>
              <a:cxn ang="0">
                <a:pos x="436" y="104"/>
              </a:cxn>
              <a:cxn ang="0">
                <a:pos x="192" y="44"/>
              </a:cxn>
              <a:cxn ang="0">
                <a:pos x="164" y="58"/>
              </a:cxn>
              <a:cxn ang="0">
                <a:pos x="486" y="92"/>
              </a:cxn>
              <a:cxn ang="0">
                <a:pos x="440" y="340"/>
              </a:cxn>
              <a:cxn ang="0">
                <a:pos x="444" y="414"/>
              </a:cxn>
              <a:cxn ang="0">
                <a:pos x="468" y="478"/>
              </a:cxn>
              <a:cxn ang="0">
                <a:pos x="542" y="300"/>
              </a:cxn>
              <a:cxn ang="0">
                <a:pos x="564" y="550"/>
              </a:cxn>
              <a:cxn ang="0">
                <a:pos x="594" y="380"/>
              </a:cxn>
              <a:cxn ang="0">
                <a:pos x="802" y="288"/>
              </a:cxn>
              <a:cxn ang="0">
                <a:pos x="748" y="260"/>
              </a:cxn>
              <a:cxn ang="0">
                <a:pos x="616" y="488"/>
              </a:cxn>
              <a:cxn ang="0">
                <a:pos x="882" y="430"/>
              </a:cxn>
              <a:cxn ang="0">
                <a:pos x="868" y="432"/>
              </a:cxn>
              <a:cxn ang="0">
                <a:pos x="604" y="532"/>
              </a:cxn>
              <a:cxn ang="0">
                <a:pos x="604" y="610"/>
              </a:cxn>
              <a:cxn ang="0">
                <a:pos x="830" y="486"/>
              </a:cxn>
              <a:cxn ang="0">
                <a:pos x="810" y="758"/>
              </a:cxn>
              <a:cxn ang="0">
                <a:pos x="832" y="652"/>
              </a:cxn>
              <a:cxn ang="0">
                <a:pos x="770" y="622"/>
              </a:cxn>
              <a:cxn ang="0">
                <a:pos x="756" y="532"/>
              </a:cxn>
              <a:cxn ang="0">
                <a:pos x="802" y="600"/>
              </a:cxn>
              <a:cxn ang="0">
                <a:pos x="806" y="630"/>
              </a:cxn>
            </a:cxnLst>
            <a:rect l="0" t="0" r="r" b="b"/>
            <a:pathLst>
              <a:path w="918" h="1164">
                <a:moveTo>
                  <a:pt x="732" y="588"/>
                </a:moveTo>
                <a:lnTo>
                  <a:pt x="732" y="588"/>
                </a:lnTo>
                <a:lnTo>
                  <a:pt x="736" y="582"/>
                </a:lnTo>
                <a:lnTo>
                  <a:pt x="740" y="576"/>
                </a:lnTo>
                <a:lnTo>
                  <a:pt x="746" y="562"/>
                </a:lnTo>
                <a:lnTo>
                  <a:pt x="750" y="556"/>
                </a:lnTo>
                <a:lnTo>
                  <a:pt x="754" y="552"/>
                </a:lnTo>
                <a:lnTo>
                  <a:pt x="762" y="550"/>
                </a:lnTo>
                <a:lnTo>
                  <a:pt x="772" y="550"/>
                </a:lnTo>
                <a:lnTo>
                  <a:pt x="772" y="550"/>
                </a:lnTo>
                <a:lnTo>
                  <a:pt x="776" y="560"/>
                </a:lnTo>
                <a:lnTo>
                  <a:pt x="778" y="568"/>
                </a:lnTo>
                <a:lnTo>
                  <a:pt x="774" y="576"/>
                </a:lnTo>
                <a:lnTo>
                  <a:pt x="770" y="584"/>
                </a:lnTo>
                <a:lnTo>
                  <a:pt x="756" y="596"/>
                </a:lnTo>
                <a:lnTo>
                  <a:pt x="742" y="606"/>
                </a:lnTo>
                <a:lnTo>
                  <a:pt x="742" y="606"/>
                </a:lnTo>
                <a:lnTo>
                  <a:pt x="718" y="606"/>
                </a:lnTo>
                <a:lnTo>
                  <a:pt x="698" y="610"/>
                </a:lnTo>
                <a:lnTo>
                  <a:pt x="690" y="612"/>
                </a:lnTo>
                <a:lnTo>
                  <a:pt x="682" y="616"/>
                </a:lnTo>
                <a:lnTo>
                  <a:pt x="676" y="622"/>
                </a:lnTo>
                <a:lnTo>
                  <a:pt x="670" y="628"/>
                </a:lnTo>
                <a:lnTo>
                  <a:pt x="670" y="628"/>
                </a:lnTo>
                <a:lnTo>
                  <a:pt x="700" y="630"/>
                </a:lnTo>
                <a:lnTo>
                  <a:pt x="716" y="632"/>
                </a:lnTo>
                <a:lnTo>
                  <a:pt x="724" y="634"/>
                </a:lnTo>
                <a:lnTo>
                  <a:pt x="730" y="638"/>
                </a:lnTo>
                <a:lnTo>
                  <a:pt x="730" y="638"/>
                </a:lnTo>
                <a:lnTo>
                  <a:pt x="722" y="646"/>
                </a:lnTo>
                <a:lnTo>
                  <a:pt x="712" y="652"/>
                </a:lnTo>
                <a:lnTo>
                  <a:pt x="688" y="660"/>
                </a:lnTo>
                <a:lnTo>
                  <a:pt x="688" y="660"/>
                </a:lnTo>
                <a:lnTo>
                  <a:pt x="706" y="662"/>
                </a:lnTo>
                <a:lnTo>
                  <a:pt x="722" y="664"/>
                </a:lnTo>
                <a:lnTo>
                  <a:pt x="740" y="666"/>
                </a:lnTo>
                <a:lnTo>
                  <a:pt x="756" y="668"/>
                </a:lnTo>
                <a:lnTo>
                  <a:pt x="756" y="668"/>
                </a:lnTo>
                <a:lnTo>
                  <a:pt x="756" y="676"/>
                </a:lnTo>
                <a:lnTo>
                  <a:pt x="752" y="682"/>
                </a:lnTo>
                <a:lnTo>
                  <a:pt x="748" y="686"/>
                </a:lnTo>
                <a:lnTo>
                  <a:pt x="742" y="688"/>
                </a:lnTo>
                <a:lnTo>
                  <a:pt x="728" y="692"/>
                </a:lnTo>
                <a:lnTo>
                  <a:pt x="714" y="694"/>
                </a:lnTo>
                <a:lnTo>
                  <a:pt x="714" y="694"/>
                </a:lnTo>
                <a:lnTo>
                  <a:pt x="720" y="698"/>
                </a:lnTo>
                <a:lnTo>
                  <a:pt x="726" y="700"/>
                </a:lnTo>
                <a:lnTo>
                  <a:pt x="742" y="702"/>
                </a:lnTo>
                <a:lnTo>
                  <a:pt x="760" y="704"/>
                </a:lnTo>
                <a:lnTo>
                  <a:pt x="766" y="706"/>
                </a:lnTo>
                <a:lnTo>
                  <a:pt x="772" y="710"/>
                </a:lnTo>
                <a:lnTo>
                  <a:pt x="772" y="710"/>
                </a:lnTo>
                <a:lnTo>
                  <a:pt x="768" y="716"/>
                </a:lnTo>
                <a:lnTo>
                  <a:pt x="762" y="722"/>
                </a:lnTo>
                <a:lnTo>
                  <a:pt x="754" y="724"/>
                </a:lnTo>
                <a:lnTo>
                  <a:pt x="746" y="728"/>
                </a:lnTo>
                <a:lnTo>
                  <a:pt x="726" y="730"/>
                </a:lnTo>
                <a:lnTo>
                  <a:pt x="708" y="734"/>
                </a:lnTo>
                <a:lnTo>
                  <a:pt x="708" y="734"/>
                </a:lnTo>
                <a:lnTo>
                  <a:pt x="732" y="742"/>
                </a:lnTo>
                <a:lnTo>
                  <a:pt x="758" y="748"/>
                </a:lnTo>
                <a:lnTo>
                  <a:pt x="770" y="754"/>
                </a:lnTo>
                <a:lnTo>
                  <a:pt x="780" y="758"/>
                </a:lnTo>
                <a:lnTo>
                  <a:pt x="788" y="766"/>
                </a:lnTo>
                <a:lnTo>
                  <a:pt x="790" y="770"/>
                </a:lnTo>
                <a:lnTo>
                  <a:pt x="792" y="774"/>
                </a:lnTo>
                <a:lnTo>
                  <a:pt x="792" y="774"/>
                </a:lnTo>
                <a:lnTo>
                  <a:pt x="776" y="778"/>
                </a:lnTo>
                <a:lnTo>
                  <a:pt x="760" y="780"/>
                </a:lnTo>
                <a:lnTo>
                  <a:pt x="742" y="780"/>
                </a:lnTo>
                <a:lnTo>
                  <a:pt x="726" y="778"/>
                </a:lnTo>
                <a:lnTo>
                  <a:pt x="726" y="778"/>
                </a:lnTo>
                <a:lnTo>
                  <a:pt x="718" y="800"/>
                </a:lnTo>
                <a:lnTo>
                  <a:pt x="710" y="822"/>
                </a:lnTo>
                <a:lnTo>
                  <a:pt x="694" y="868"/>
                </a:lnTo>
                <a:lnTo>
                  <a:pt x="686" y="890"/>
                </a:lnTo>
                <a:lnTo>
                  <a:pt x="676" y="912"/>
                </a:lnTo>
                <a:lnTo>
                  <a:pt x="664" y="930"/>
                </a:lnTo>
                <a:lnTo>
                  <a:pt x="648" y="946"/>
                </a:lnTo>
                <a:lnTo>
                  <a:pt x="648" y="946"/>
                </a:lnTo>
                <a:lnTo>
                  <a:pt x="646" y="944"/>
                </a:lnTo>
                <a:lnTo>
                  <a:pt x="642" y="944"/>
                </a:lnTo>
                <a:lnTo>
                  <a:pt x="640" y="940"/>
                </a:lnTo>
                <a:lnTo>
                  <a:pt x="638" y="936"/>
                </a:lnTo>
                <a:lnTo>
                  <a:pt x="636" y="934"/>
                </a:lnTo>
                <a:lnTo>
                  <a:pt x="632" y="932"/>
                </a:lnTo>
                <a:lnTo>
                  <a:pt x="632" y="932"/>
                </a:lnTo>
                <a:lnTo>
                  <a:pt x="622" y="948"/>
                </a:lnTo>
                <a:lnTo>
                  <a:pt x="614" y="964"/>
                </a:lnTo>
                <a:lnTo>
                  <a:pt x="608" y="972"/>
                </a:lnTo>
                <a:lnTo>
                  <a:pt x="600" y="978"/>
                </a:lnTo>
                <a:lnTo>
                  <a:pt x="592" y="982"/>
                </a:lnTo>
                <a:lnTo>
                  <a:pt x="584" y="986"/>
                </a:lnTo>
                <a:lnTo>
                  <a:pt x="584" y="986"/>
                </a:lnTo>
                <a:lnTo>
                  <a:pt x="584" y="974"/>
                </a:lnTo>
                <a:lnTo>
                  <a:pt x="582" y="968"/>
                </a:lnTo>
                <a:lnTo>
                  <a:pt x="580" y="964"/>
                </a:lnTo>
                <a:lnTo>
                  <a:pt x="580" y="964"/>
                </a:lnTo>
                <a:lnTo>
                  <a:pt x="574" y="972"/>
                </a:lnTo>
                <a:lnTo>
                  <a:pt x="566" y="980"/>
                </a:lnTo>
                <a:lnTo>
                  <a:pt x="556" y="986"/>
                </a:lnTo>
                <a:lnTo>
                  <a:pt x="546" y="990"/>
                </a:lnTo>
                <a:lnTo>
                  <a:pt x="522" y="998"/>
                </a:lnTo>
                <a:lnTo>
                  <a:pt x="498" y="1000"/>
                </a:lnTo>
                <a:lnTo>
                  <a:pt x="470" y="1000"/>
                </a:lnTo>
                <a:lnTo>
                  <a:pt x="444" y="996"/>
                </a:lnTo>
                <a:lnTo>
                  <a:pt x="420" y="988"/>
                </a:lnTo>
                <a:lnTo>
                  <a:pt x="400" y="980"/>
                </a:lnTo>
                <a:lnTo>
                  <a:pt x="400" y="980"/>
                </a:lnTo>
                <a:lnTo>
                  <a:pt x="430" y="982"/>
                </a:lnTo>
                <a:lnTo>
                  <a:pt x="458" y="980"/>
                </a:lnTo>
                <a:lnTo>
                  <a:pt x="486" y="978"/>
                </a:lnTo>
                <a:lnTo>
                  <a:pt x="512" y="972"/>
                </a:lnTo>
                <a:lnTo>
                  <a:pt x="536" y="966"/>
                </a:lnTo>
                <a:lnTo>
                  <a:pt x="560" y="956"/>
                </a:lnTo>
                <a:lnTo>
                  <a:pt x="582" y="946"/>
                </a:lnTo>
                <a:lnTo>
                  <a:pt x="602" y="932"/>
                </a:lnTo>
                <a:lnTo>
                  <a:pt x="620" y="918"/>
                </a:lnTo>
                <a:lnTo>
                  <a:pt x="638" y="902"/>
                </a:lnTo>
                <a:lnTo>
                  <a:pt x="654" y="884"/>
                </a:lnTo>
                <a:lnTo>
                  <a:pt x="668" y="866"/>
                </a:lnTo>
                <a:lnTo>
                  <a:pt x="682" y="846"/>
                </a:lnTo>
                <a:lnTo>
                  <a:pt x="692" y="824"/>
                </a:lnTo>
                <a:lnTo>
                  <a:pt x="702" y="802"/>
                </a:lnTo>
                <a:lnTo>
                  <a:pt x="710" y="778"/>
                </a:lnTo>
                <a:lnTo>
                  <a:pt x="710" y="778"/>
                </a:lnTo>
                <a:lnTo>
                  <a:pt x="710" y="772"/>
                </a:lnTo>
                <a:lnTo>
                  <a:pt x="708" y="770"/>
                </a:lnTo>
                <a:lnTo>
                  <a:pt x="700" y="764"/>
                </a:lnTo>
                <a:lnTo>
                  <a:pt x="692" y="760"/>
                </a:lnTo>
                <a:lnTo>
                  <a:pt x="686" y="756"/>
                </a:lnTo>
                <a:lnTo>
                  <a:pt x="686" y="756"/>
                </a:lnTo>
                <a:lnTo>
                  <a:pt x="690" y="746"/>
                </a:lnTo>
                <a:lnTo>
                  <a:pt x="692" y="736"/>
                </a:lnTo>
                <a:lnTo>
                  <a:pt x="694" y="714"/>
                </a:lnTo>
                <a:lnTo>
                  <a:pt x="690" y="694"/>
                </a:lnTo>
                <a:lnTo>
                  <a:pt x="682" y="676"/>
                </a:lnTo>
                <a:lnTo>
                  <a:pt x="672" y="662"/>
                </a:lnTo>
                <a:lnTo>
                  <a:pt x="664" y="654"/>
                </a:lnTo>
                <a:lnTo>
                  <a:pt x="656" y="648"/>
                </a:lnTo>
                <a:lnTo>
                  <a:pt x="648" y="644"/>
                </a:lnTo>
                <a:lnTo>
                  <a:pt x="638" y="640"/>
                </a:lnTo>
                <a:lnTo>
                  <a:pt x="628" y="638"/>
                </a:lnTo>
                <a:lnTo>
                  <a:pt x="618" y="638"/>
                </a:lnTo>
                <a:lnTo>
                  <a:pt x="618" y="638"/>
                </a:lnTo>
                <a:lnTo>
                  <a:pt x="642" y="656"/>
                </a:lnTo>
                <a:lnTo>
                  <a:pt x="652" y="668"/>
                </a:lnTo>
                <a:lnTo>
                  <a:pt x="662" y="680"/>
                </a:lnTo>
                <a:lnTo>
                  <a:pt x="672" y="694"/>
                </a:lnTo>
                <a:lnTo>
                  <a:pt x="676" y="708"/>
                </a:lnTo>
                <a:lnTo>
                  <a:pt x="678" y="726"/>
                </a:lnTo>
                <a:lnTo>
                  <a:pt x="676" y="746"/>
                </a:lnTo>
                <a:lnTo>
                  <a:pt x="676" y="746"/>
                </a:lnTo>
                <a:lnTo>
                  <a:pt x="662" y="736"/>
                </a:lnTo>
                <a:lnTo>
                  <a:pt x="650" y="726"/>
                </a:lnTo>
                <a:lnTo>
                  <a:pt x="640" y="712"/>
                </a:lnTo>
                <a:lnTo>
                  <a:pt x="632" y="698"/>
                </a:lnTo>
                <a:lnTo>
                  <a:pt x="614" y="668"/>
                </a:lnTo>
                <a:lnTo>
                  <a:pt x="606" y="654"/>
                </a:lnTo>
                <a:lnTo>
                  <a:pt x="596" y="640"/>
                </a:lnTo>
                <a:lnTo>
                  <a:pt x="596" y="640"/>
                </a:lnTo>
                <a:lnTo>
                  <a:pt x="606" y="656"/>
                </a:lnTo>
                <a:lnTo>
                  <a:pt x="616" y="676"/>
                </a:lnTo>
                <a:lnTo>
                  <a:pt x="620" y="696"/>
                </a:lnTo>
                <a:lnTo>
                  <a:pt x="624" y="718"/>
                </a:lnTo>
                <a:lnTo>
                  <a:pt x="624" y="740"/>
                </a:lnTo>
                <a:lnTo>
                  <a:pt x="624" y="762"/>
                </a:lnTo>
                <a:lnTo>
                  <a:pt x="620" y="784"/>
                </a:lnTo>
                <a:lnTo>
                  <a:pt x="612" y="804"/>
                </a:lnTo>
                <a:lnTo>
                  <a:pt x="604" y="824"/>
                </a:lnTo>
                <a:lnTo>
                  <a:pt x="594" y="840"/>
                </a:lnTo>
                <a:lnTo>
                  <a:pt x="582" y="854"/>
                </a:lnTo>
                <a:lnTo>
                  <a:pt x="566" y="864"/>
                </a:lnTo>
                <a:lnTo>
                  <a:pt x="558" y="868"/>
                </a:lnTo>
                <a:lnTo>
                  <a:pt x="550" y="870"/>
                </a:lnTo>
                <a:lnTo>
                  <a:pt x="542" y="870"/>
                </a:lnTo>
                <a:lnTo>
                  <a:pt x="532" y="870"/>
                </a:lnTo>
                <a:lnTo>
                  <a:pt x="522" y="868"/>
                </a:lnTo>
                <a:lnTo>
                  <a:pt x="512" y="866"/>
                </a:lnTo>
                <a:lnTo>
                  <a:pt x="502" y="862"/>
                </a:lnTo>
                <a:lnTo>
                  <a:pt x="490" y="856"/>
                </a:lnTo>
                <a:lnTo>
                  <a:pt x="490" y="856"/>
                </a:lnTo>
                <a:lnTo>
                  <a:pt x="474" y="862"/>
                </a:lnTo>
                <a:lnTo>
                  <a:pt x="456" y="870"/>
                </a:lnTo>
                <a:lnTo>
                  <a:pt x="440" y="880"/>
                </a:lnTo>
                <a:lnTo>
                  <a:pt x="424" y="890"/>
                </a:lnTo>
                <a:lnTo>
                  <a:pt x="408" y="904"/>
                </a:lnTo>
                <a:lnTo>
                  <a:pt x="394" y="916"/>
                </a:lnTo>
                <a:lnTo>
                  <a:pt x="380" y="932"/>
                </a:lnTo>
                <a:lnTo>
                  <a:pt x="368" y="948"/>
                </a:lnTo>
                <a:lnTo>
                  <a:pt x="358" y="966"/>
                </a:lnTo>
                <a:lnTo>
                  <a:pt x="350" y="984"/>
                </a:lnTo>
                <a:lnTo>
                  <a:pt x="344" y="1002"/>
                </a:lnTo>
                <a:lnTo>
                  <a:pt x="342" y="1022"/>
                </a:lnTo>
                <a:lnTo>
                  <a:pt x="342" y="1042"/>
                </a:lnTo>
                <a:lnTo>
                  <a:pt x="344" y="1062"/>
                </a:lnTo>
                <a:lnTo>
                  <a:pt x="350" y="1082"/>
                </a:lnTo>
                <a:lnTo>
                  <a:pt x="360" y="1104"/>
                </a:lnTo>
                <a:lnTo>
                  <a:pt x="360" y="1104"/>
                </a:lnTo>
                <a:lnTo>
                  <a:pt x="368" y="1110"/>
                </a:lnTo>
                <a:lnTo>
                  <a:pt x="378" y="1114"/>
                </a:lnTo>
                <a:lnTo>
                  <a:pt x="388" y="1118"/>
                </a:lnTo>
                <a:lnTo>
                  <a:pt x="396" y="1126"/>
                </a:lnTo>
                <a:lnTo>
                  <a:pt x="396" y="1126"/>
                </a:lnTo>
                <a:lnTo>
                  <a:pt x="394" y="1136"/>
                </a:lnTo>
                <a:lnTo>
                  <a:pt x="392" y="1144"/>
                </a:lnTo>
                <a:lnTo>
                  <a:pt x="386" y="1148"/>
                </a:lnTo>
                <a:lnTo>
                  <a:pt x="382" y="1152"/>
                </a:lnTo>
                <a:lnTo>
                  <a:pt x="376" y="1154"/>
                </a:lnTo>
                <a:lnTo>
                  <a:pt x="370" y="1154"/>
                </a:lnTo>
                <a:lnTo>
                  <a:pt x="362" y="1152"/>
                </a:lnTo>
                <a:lnTo>
                  <a:pt x="356" y="1148"/>
                </a:lnTo>
                <a:lnTo>
                  <a:pt x="342" y="1138"/>
                </a:lnTo>
                <a:lnTo>
                  <a:pt x="330" y="1126"/>
                </a:lnTo>
                <a:lnTo>
                  <a:pt x="320" y="1112"/>
                </a:lnTo>
                <a:lnTo>
                  <a:pt x="312" y="1098"/>
                </a:lnTo>
                <a:lnTo>
                  <a:pt x="312" y="1098"/>
                </a:lnTo>
                <a:lnTo>
                  <a:pt x="308" y="1074"/>
                </a:lnTo>
                <a:lnTo>
                  <a:pt x="306" y="1050"/>
                </a:lnTo>
                <a:lnTo>
                  <a:pt x="308" y="1028"/>
                </a:lnTo>
                <a:lnTo>
                  <a:pt x="312" y="1008"/>
                </a:lnTo>
                <a:lnTo>
                  <a:pt x="320" y="988"/>
                </a:lnTo>
                <a:lnTo>
                  <a:pt x="328" y="968"/>
                </a:lnTo>
                <a:lnTo>
                  <a:pt x="340" y="952"/>
                </a:lnTo>
                <a:lnTo>
                  <a:pt x="352" y="934"/>
                </a:lnTo>
                <a:lnTo>
                  <a:pt x="366" y="918"/>
                </a:lnTo>
                <a:lnTo>
                  <a:pt x="382" y="904"/>
                </a:lnTo>
                <a:lnTo>
                  <a:pt x="398" y="892"/>
                </a:lnTo>
                <a:lnTo>
                  <a:pt x="414" y="880"/>
                </a:lnTo>
                <a:lnTo>
                  <a:pt x="432" y="870"/>
                </a:lnTo>
                <a:lnTo>
                  <a:pt x="448" y="862"/>
                </a:lnTo>
                <a:lnTo>
                  <a:pt x="464" y="854"/>
                </a:lnTo>
                <a:lnTo>
                  <a:pt x="480" y="848"/>
                </a:lnTo>
                <a:lnTo>
                  <a:pt x="480" y="848"/>
                </a:lnTo>
                <a:lnTo>
                  <a:pt x="474" y="840"/>
                </a:lnTo>
                <a:lnTo>
                  <a:pt x="470" y="830"/>
                </a:lnTo>
                <a:lnTo>
                  <a:pt x="466" y="822"/>
                </a:lnTo>
                <a:lnTo>
                  <a:pt x="466" y="812"/>
                </a:lnTo>
                <a:lnTo>
                  <a:pt x="466" y="804"/>
                </a:lnTo>
                <a:lnTo>
                  <a:pt x="470" y="794"/>
                </a:lnTo>
                <a:lnTo>
                  <a:pt x="474" y="786"/>
                </a:lnTo>
                <a:lnTo>
                  <a:pt x="478" y="778"/>
                </a:lnTo>
                <a:lnTo>
                  <a:pt x="492" y="764"/>
                </a:lnTo>
                <a:lnTo>
                  <a:pt x="508" y="754"/>
                </a:lnTo>
                <a:lnTo>
                  <a:pt x="524" y="746"/>
                </a:lnTo>
                <a:lnTo>
                  <a:pt x="532" y="744"/>
                </a:lnTo>
                <a:lnTo>
                  <a:pt x="540" y="744"/>
                </a:lnTo>
                <a:lnTo>
                  <a:pt x="540" y="744"/>
                </a:lnTo>
                <a:lnTo>
                  <a:pt x="534" y="752"/>
                </a:lnTo>
                <a:lnTo>
                  <a:pt x="528" y="758"/>
                </a:lnTo>
                <a:lnTo>
                  <a:pt x="514" y="772"/>
                </a:lnTo>
                <a:lnTo>
                  <a:pt x="508" y="778"/>
                </a:lnTo>
                <a:lnTo>
                  <a:pt x="502" y="786"/>
                </a:lnTo>
                <a:lnTo>
                  <a:pt x="498" y="794"/>
                </a:lnTo>
                <a:lnTo>
                  <a:pt x="496" y="806"/>
                </a:lnTo>
                <a:lnTo>
                  <a:pt x="496" y="806"/>
                </a:lnTo>
                <a:lnTo>
                  <a:pt x="506" y="802"/>
                </a:lnTo>
                <a:lnTo>
                  <a:pt x="514" y="798"/>
                </a:lnTo>
                <a:lnTo>
                  <a:pt x="522" y="792"/>
                </a:lnTo>
                <a:lnTo>
                  <a:pt x="526" y="784"/>
                </a:lnTo>
                <a:lnTo>
                  <a:pt x="538" y="770"/>
                </a:lnTo>
                <a:lnTo>
                  <a:pt x="542" y="762"/>
                </a:lnTo>
                <a:lnTo>
                  <a:pt x="548" y="756"/>
                </a:lnTo>
                <a:lnTo>
                  <a:pt x="548" y="756"/>
                </a:lnTo>
                <a:lnTo>
                  <a:pt x="552" y="764"/>
                </a:lnTo>
                <a:lnTo>
                  <a:pt x="550" y="772"/>
                </a:lnTo>
                <a:lnTo>
                  <a:pt x="546" y="780"/>
                </a:lnTo>
                <a:lnTo>
                  <a:pt x="540" y="788"/>
                </a:lnTo>
                <a:lnTo>
                  <a:pt x="532" y="796"/>
                </a:lnTo>
                <a:lnTo>
                  <a:pt x="526" y="806"/>
                </a:lnTo>
                <a:lnTo>
                  <a:pt x="522" y="816"/>
                </a:lnTo>
                <a:lnTo>
                  <a:pt x="520" y="828"/>
                </a:lnTo>
                <a:lnTo>
                  <a:pt x="520" y="828"/>
                </a:lnTo>
                <a:lnTo>
                  <a:pt x="530" y="826"/>
                </a:lnTo>
                <a:lnTo>
                  <a:pt x="538" y="820"/>
                </a:lnTo>
                <a:lnTo>
                  <a:pt x="544" y="812"/>
                </a:lnTo>
                <a:lnTo>
                  <a:pt x="548" y="802"/>
                </a:lnTo>
                <a:lnTo>
                  <a:pt x="558" y="780"/>
                </a:lnTo>
                <a:lnTo>
                  <a:pt x="562" y="770"/>
                </a:lnTo>
                <a:lnTo>
                  <a:pt x="568" y="762"/>
                </a:lnTo>
                <a:lnTo>
                  <a:pt x="568" y="762"/>
                </a:lnTo>
                <a:lnTo>
                  <a:pt x="572" y="768"/>
                </a:lnTo>
                <a:lnTo>
                  <a:pt x="574" y="774"/>
                </a:lnTo>
                <a:lnTo>
                  <a:pt x="574" y="782"/>
                </a:lnTo>
                <a:lnTo>
                  <a:pt x="572" y="792"/>
                </a:lnTo>
                <a:lnTo>
                  <a:pt x="568" y="810"/>
                </a:lnTo>
                <a:lnTo>
                  <a:pt x="568" y="818"/>
                </a:lnTo>
                <a:lnTo>
                  <a:pt x="570" y="824"/>
                </a:lnTo>
                <a:lnTo>
                  <a:pt x="570" y="824"/>
                </a:lnTo>
                <a:lnTo>
                  <a:pt x="578" y="812"/>
                </a:lnTo>
                <a:lnTo>
                  <a:pt x="584" y="798"/>
                </a:lnTo>
                <a:lnTo>
                  <a:pt x="588" y="782"/>
                </a:lnTo>
                <a:lnTo>
                  <a:pt x="588" y="774"/>
                </a:lnTo>
                <a:lnTo>
                  <a:pt x="586" y="766"/>
                </a:lnTo>
                <a:lnTo>
                  <a:pt x="586" y="766"/>
                </a:lnTo>
                <a:lnTo>
                  <a:pt x="570" y="760"/>
                </a:lnTo>
                <a:lnTo>
                  <a:pt x="554" y="752"/>
                </a:lnTo>
                <a:lnTo>
                  <a:pt x="548" y="746"/>
                </a:lnTo>
                <a:lnTo>
                  <a:pt x="544" y="740"/>
                </a:lnTo>
                <a:lnTo>
                  <a:pt x="544" y="732"/>
                </a:lnTo>
                <a:lnTo>
                  <a:pt x="548" y="724"/>
                </a:lnTo>
                <a:lnTo>
                  <a:pt x="548" y="724"/>
                </a:lnTo>
                <a:lnTo>
                  <a:pt x="562" y="734"/>
                </a:lnTo>
                <a:lnTo>
                  <a:pt x="578" y="742"/>
                </a:lnTo>
                <a:lnTo>
                  <a:pt x="586" y="742"/>
                </a:lnTo>
                <a:lnTo>
                  <a:pt x="594" y="742"/>
                </a:lnTo>
                <a:lnTo>
                  <a:pt x="600" y="738"/>
                </a:lnTo>
                <a:lnTo>
                  <a:pt x="604" y="728"/>
                </a:lnTo>
                <a:lnTo>
                  <a:pt x="604" y="728"/>
                </a:lnTo>
                <a:lnTo>
                  <a:pt x="596" y="730"/>
                </a:lnTo>
                <a:lnTo>
                  <a:pt x="584" y="730"/>
                </a:lnTo>
                <a:lnTo>
                  <a:pt x="578" y="728"/>
                </a:lnTo>
                <a:lnTo>
                  <a:pt x="572" y="726"/>
                </a:lnTo>
                <a:lnTo>
                  <a:pt x="568" y="724"/>
                </a:lnTo>
                <a:lnTo>
                  <a:pt x="564" y="718"/>
                </a:lnTo>
                <a:lnTo>
                  <a:pt x="564" y="718"/>
                </a:lnTo>
                <a:lnTo>
                  <a:pt x="566" y="710"/>
                </a:lnTo>
                <a:lnTo>
                  <a:pt x="568" y="702"/>
                </a:lnTo>
                <a:lnTo>
                  <a:pt x="578" y="684"/>
                </a:lnTo>
                <a:lnTo>
                  <a:pt x="584" y="672"/>
                </a:lnTo>
                <a:lnTo>
                  <a:pt x="586" y="662"/>
                </a:lnTo>
                <a:lnTo>
                  <a:pt x="586" y="650"/>
                </a:lnTo>
                <a:lnTo>
                  <a:pt x="584" y="638"/>
                </a:lnTo>
                <a:lnTo>
                  <a:pt x="584" y="638"/>
                </a:lnTo>
                <a:lnTo>
                  <a:pt x="570" y="656"/>
                </a:lnTo>
                <a:lnTo>
                  <a:pt x="556" y="674"/>
                </a:lnTo>
                <a:lnTo>
                  <a:pt x="544" y="692"/>
                </a:lnTo>
                <a:lnTo>
                  <a:pt x="530" y="710"/>
                </a:lnTo>
                <a:lnTo>
                  <a:pt x="530" y="710"/>
                </a:lnTo>
                <a:lnTo>
                  <a:pt x="536" y="692"/>
                </a:lnTo>
                <a:lnTo>
                  <a:pt x="544" y="674"/>
                </a:lnTo>
                <a:lnTo>
                  <a:pt x="552" y="654"/>
                </a:lnTo>
                <a:lnTo>
                  <a:pt x="558" y="632"/>
                </a:lnTo>
                <a:lnTo>
                  <a:pt x="558" y="632"/>
                </a:lnTo>
                <a:lnTo>
                  <a:pt x="526" y="680"/>
                </a:lnTo>
                <a:lnTo>
                  <a:pt x="506" y="708"/>
                </a:lnTo>
                <a:lnTo>
                  <a:pt x="496" y="720"/>
                </a:lnTo>
                <a:lnTo>
                  <a:pt x="484" y="730"/>
                </a:lnTo>
                <a:lnTo>
                  <a:pt x="472" y="740"/>
                </a:lnTo>
                <a:lnTo>
                  <a:pt x="460" y="748"/>
                </a:lnTo>
                <a:lnTo>
                  <a:pt x="446" y="756"/>
                </a:lnTo>
                <a:lnTo>
                  <a:pt x="432" y="760"/>
                </a:lnTo>
                <a:lnTo>
                  <a:pt x="418" y="760"/>
                </a:lnTo>
                <a:lnTo>
                  <a:pt x="404" y="758"/>
                </a:lnTo>
                <a:lnTo>
                  <a:pt x="388" y="752"/>
                </a:lnTo>
                <a:lnTo>
                  <a:pt x="372" y="744"/>
                </a:lnTo>
                <a:lnTo>
                  <a:pt x="372" y="744"/>
                </a:lnTo>
                <a:lnTo>
                  <a:pt x="342" y="752"/>
                </a:lnTo>
                <a:lnTo>
                  <a:pt x="310" y="764"/>
                </a:lnTo>
                <a:lnTo>
                  <a:pt x="294" y="772"/>
                </a:lnTo>
                <a:lnTo>
                  <a:pt x="280" y="780"/>
                </a:lnTo>
                <a:lnTo>
                  <a:pt x="266" y="790"/>
                </a:lnTo>
                <a:lnTo>
                  <a:pt x="252" y="802"/>
                </a:lnTo>
                <a:lnTo>
                  <a:pt x="240" y="814"/>
                </a:lnTo>
                <a:lnTo>
                  <a:pt x="230" y="826"/>
                </a:lnTo>
                <a:lnTo>
                  <a:pt x="220" y="842"/>
                </a:lnTo>
                <a:lnTo>
                  <a:pt x="214" y="856"/>
                </a:lnTo>
                <a:lnTo>
                  <a:pt x="208" y="874"/>
                </a:lnTo>
                <a:lnTo>
                  <a:pt x="206" y="890"/>
                </a:lnTo>
                <a:lnTo>
                  <a:pt x="208" y="910"/>
                </a:lnTo>
                <a:lnTo>
                  <a:pt x="210" y="930"/>
                </a:lnTo>
                <a:lnTo>
                  <a:pt x="210" y="930"/>
                </a:lnTo>
                <a:lnTo>
                  <a:pt x="214" y="938"/>
                </a:lnTo>
                <a:lnTo>
                  <a:pt x="218" y="944"/>
                </a:lnTo>
                <a:lnTo>
                  <a:pt x="226" y="954"/>
                </a:lnTo>
                <a:lnTo>
                  <a:pt x="238" y="966"/>
                </a:lnTo>
                <a:lnTo>
                  <a:pt x="242" y="974"/>
                </a:lnTo>
                <a:lnTo>
                  <a:pt x="244" y="982"/>
                </a:lnTo>
                <a:lnTo>
                  <a:pt x="244" y="982"/>
                </a:lnTo>
                <a:lnTo>
                  <a:pt x="242" y="990"/>
                </a:lnTo>
                <a:lnTo>
                  <a:pt x="238" y="994"/>
                </a:lnTo>
                <a:lnTo>
                  <a:pt x="232" y="998"/>
                </a:lnTo>
                <a:lnTo>
                  <a:pt x="222" y="998"/>
                </a:lnTo>
                <a:lnTo>
                  <a:pt x="222" y="998"/>
                </a:lnTo>
                <a:lnTo>
                  <a:pt x="224" y="1006"/>
                </a:lnTo>
                <a:lnTo>
                  <a:pt x="226" y="1014"/>
                </a:lnTo>
                <a:lnTo>
                  <a:pt x="226" y="1022"/>
                </a:lnTo>
                <a:lnTo>
                  <a:pt x="226" y="1026"/>
                </a:lnTo>
                <a:lnTo>
                  <a:pt x="222" y="1030"/>
                </a:lnTo>
                <a:lnTo>
                  <a:pt x="222" y="1030"/>
                </a:lnTo>
                <a:lnTo>
                  <a:pt x="220" y="1032"/>
                </a:lnTo>
                <a:lnTo>
                  <a:pt x="218" y="1032"/>
                </a:lnTo>
                <a:lnTo>
                  <a:pt x="212" y="1032"/>
                </a:lnTo>
                <a:lnTo>
                  <a:pt x="206" y="1030"/>
                </a:lnTo>
                <a:lnTo>
                  <a:pt x="198" y="1030"/>
                </a:lnTo>
                <a:lnTo>
                  <a:pt x="198" y="1030"/>
                </a:lnTo>
                <a:lnTo>
                  <a:pt x="198" y="1042"/>
                </a:lnTo>
                <a:lnTo>
                  <a:pt x="194" y="1054"/>
                </a:lnTo>
                <a:lnTo>
                  <a:pt x="190" y="1068"/>
                </a:lnTo>
                <a:lnTo>
                  <a:pt x="186" y="1080"/>
                </a:lnTo>
                <a:lnTo>
                  <a:pt x="180" y="1094"/>
                </a:lnTo>
                <a:lnTo>
                  <a:pt x="172" y="1106"/>
                </a:lnTo>
                <a:lnTo>
                  <a:pt x="164" y="1116"/>
                </a:lnTo>
                <a:lnTo>
                  <a:pt x="154" y="1128"/>
                </a:lnTo>
                <a:lnTo>
                  <a:pt x="144" y="1136"/>
                </a:lnTo>
                <a:lnTo>
                  <a:pt x="132" y="1146"/>
                </a:lnTo>
                <a:lnTo>
                  <a:pt x="120" y="1152"/>
                </a:lnTo>
                <a:lnTo>
                  <a:pt x="108" y="1158"/>
                </a:lnTo>
                <a:lnTo>
                  <a:pt x="96" y="1162"/>
                </a:lnTo>
                <a:lnTo>
                  <a:pt x="82" y="1164"/>
                </a:lnTo>
                <a:lnTo>
                  <a:pt x="66" y="1164"/>
                </a:lnTo>
                <a:lnTo>
                  <a:pt x="52" y="1162"/>
                </a:lnTo>
                <a:lnTo>
                  <a:pt x="52" y="1162"/>
                </a:lnTo>
                <a:lnTo>
                  <a:pt x="40" y="1158"/>
                </a:lnTo>
                <a:lnTo>
                  <a:pt x="28" y="1150"/>
                </a:lnTo>
                <a:lnTo>
                  <a:pt x="16" y="1138"/>
                </a:lnTo>
                <a:lnTo>
                  <a:pt x="8" y="1124"/>
                </a:lnTo>
                <a:lnTo>
                  <a:pt x="2" y="1108"/>
                </a:lnTo>
                <a:lnTo>
                  <a:pt x="0" y="1092"/>
                </a:lnTo>
                <a:lnTo>
                  <a:pt x="0" y="1076"/>
                </a:lnTo>
                <a:lnTo>
                  <a:pt x="6" y="1060"/>
                </a:lnTo>
                <a:lnTo>
                  <a:pt x="6" y="1060"/>
                </a:lnTo>
                <a:lnTo>
                  <a:pt x="10" y="1066"/>
                </a:lnTo>
                <a:lnTo>
                  <a:pt x="12" y="1072"/>
                </a:lnTo>
                <a:lnTo>
                  <a:pt x="12" y="1084"/>
                </a:lnTo>
                <a:lnTo>
                  <a:pt x="12" y="1098"/>
                </a:lnTo>
                <a:lnTo>
                  <a:pt x="14" y="1106"/>
                </a:lnTo>
                <a:lnTo>
                  <a:pt x="14" y="1112"/>
                </a:lnTo>
                <a:lnTo>
                  <a:pt x="14" y="1112"/>
                </a:lnTo>
                <a:lnTo>
                  <a:pt x="20" y="1122"/>
                </a:lnTo>
                <a:lnTo>
                  <a:pt x="26" y="1130"/>
                </a:lnTo>
                <a:lnTo>
                  <a:pt x="34" y="1136"/>
                </a:lnTo>
                <a:lnTo>
                  <a:pt x="44" y="1142"/>
                </a:lnTo>
                <a:lnTo>
                  <a:pt x="54" y="1146"/>
                </a:lnTo>
                <a:lnTo>
                  <a:pt x="66" y="1148"/>
                </a:lnTo>
                <a:lnTo>
                  <a:pt x="78" y="1146"/>
                </a:lnTo>
                <a:lnTo>
                  <a:pt x="92" y="1144"/>
                </a:lnTo>
                <a:lnTo>
                  <a:pt x="92" y="1144"/>
                </a:lnTo>
                <a:lnTo>
                  <a:pt x="110" y="1138"/>
                </a:lnTo>
                <a:lnTo>
                  <a:pt x="126" y="1128"/>
                </a:lnTo>
                <a:lnTo>
                  <a:pt x="140" y="1114"/>
                </a:lnTo>
                <a:lnTo>
                  <a:pt x="154" y="1098"/>
                </a:lnTo>
                <a:lnTo>
                  <a:pt x="166" y="1080"/>
                </a:lnTo>
                <a:lnTo>
                  <a:pt x="176" y="1060"/>
                </a:lnTo>
                <a:lnTo>
                  <a:pt x="184" y="1040"/>
                </a:lnTo>
                <a:lnTo>
                  <a:pt x="188" y="1016"/>
                </a:lnTo>
                <a:lnTo>
                  <a:pt x="188" y="1016"/>
                </a:lnTo>
                <a:lnTo>
                  <a:pt x="190" y="1004"/>
                </a:lnTo>
                <a:lnTo>
                  <a:pt x="190" y="990"/>
                </a:lnTo>
                <a:lnTo>
                  <a:pt x="188" y="964"/>
                </a:lnTo>
                <a:lnTo>
                  <a:pt x="186" y="936"/>
                </a:lnTo>
                <a:lnTo>
                  <a:pt x="186" y="908"/>
                </a:lnTo>
                <a:lnTo>
                  <a:pt x="186" y="908"/>
                </a:lnTo>
                <a:lnTo>
                  <a:pt x="188" y="888"/>
                </a:lnTo>
                <a:lnTo>
                  <a:pt x="192" y="870"/>
                </a:lnTo>
                <a:lnTo>
                  <a:pt x="198" y="852"/>
                </a:lnTo>
                <a:lnTo>
                  <a:pt x="206" y="836"/>
                </a:lnTo>
                <a:lnTo>
                  <a:pt x="214" y="822"/>
                </a:lnTo>
                <a:lnTo>
                  <a:pt x="224" y="808"/>
                </a:lnTo>
                <a:lnTo>
                  <a:pt x="234" y="796"/>
                </a:lnTo>
                <a:lnTo>
                  <a:pt x="246" y="784"/>
                </a:lnTo>
                <a:lnTo>
                  <a:pt x="260" y="774"/>
                </a:lnTo>
                <a:lnTo>
                  <a:pt x="272" y="766"/>
                </a:lnTo>
                <a:lnTo>
                  <a:pt x="286" y="758"/>
                </a:lnTo>
                <a:lnTo>
                  <a:pt x="302" y="750"/>
                </a:lnTo>
                <a:lnTo>
                  <a:pt x="332" y="740"/>
                </a:lnTo>
                <a:lnTo>
                  <a:pt x="366" y="734"/>
                </a:lnTo>
                <a:lnTo>
                  <a:pt x="366" y="734"/>
                </a:lnTo>
                <a:lnTo>
                  <a:pt x="362" y="722"/>
                </a:lnTo>
                <a:lnTo>
                  <a:pt x="360" y="712"/>
                </a:lnTo>
                <a:lnTo>
                  <a:pt x="360" y="702"/>
                </a:lnTo>
                <a:lnTo>
                  <a:pt x="360" y="692"/>
                </a:lnTo>
                <a:lnTo>
                  <a:pt x="362" y="682"/>
                </a:lnTo>
                <a:lnTo>
                  <a:pt x="364" y="674"/>
                </a:lnTo>
                <a:lnTo>
                  <a:pt x="370" y="666"/>
                </a:lnTo>
                <a:lnTo>
                  <a:pt x="374" y="658"/>
                </a:lnTo>
                <a:lnTo>
                  <a:pt x="380" y="652"/>
                </a:lnTo>
                <a:lnTo>
                  <a:pt x="388" y="646"/>
                </a:lnTo>
                <a:lnTo>
                  <a:pt x="396" y="642"/>
                </a:lnTo>
                <a:lnTo>
                  <a:pt x="406" y="640"/>
                </a:lnTo>
                <a:lnTo>
                  <a:pt x="416" y="638"/>
                </a:lnTo>
                <a:lnTo>
                  <a:pt x="426" y="638"/>
                </a:lnTo>
                <a:lnTo>
                  <a:pt x="438" y="638"/>
                </a:lnTo>
                <a:lnTo>
                  <a:pt x="450" y="640"/>
                </a:lnTo>
                <a:lnTo>
                  <a:pt x="450" y="640"/>
                </a:lnTo>
                <a:lnTo>
                  <a:pt x="444" y="646"/>
                </a:lnTo>
                <a:lnTo>
                  <a:pt x="438" y="650"/>
                </a:lnTo>
                <a:lnTo>
                  <a:pt x="422" y="654"/>
                </a:lnTo>
                <a:lnTo>
                  <a:pt x="408" y="660"/>
                </a:lnTo>
                <a:lnTo>
                  <a:pt x="402" y="664"/>
                </a:lnTo>
                <a:lnTo>
                  <a:pt x="396" y="668"/>
                </a:lnTo>
                <a:lnTo>
                  <a:pt x="396" y="668"/>
                </a:lnTo>
                <a:lnTo>
                  <a:pt x="404" y="672"/>
                </a:lnTo>
                <a:lnTo>
                  <a:pt x="410" y="672"/>
                </a:lnTo>
                <a:lnTo>
                  <a:pt x="424" y="668"/>
                </a:lnTo>
                <a:lnTo>
                  <a:pt x="438" y="664"/>
                </a:lnTo>
                <a:lnTo>
                  <a:pt x="444" y="664"/>
                </a:lnTo>
                <a:lnTo>
                  <a:pt x="450" y="666"/>
                </a:lnTo>
                <a:lnTo>
                  <a:pt x="450" y="666"/>
                </a:lnTo>
                <a:lnTo>
                  <a:pt x="444" y="674"/>
                </a:lnTo>
                <a:lnTo>
                  <a:pt x="438" y="678"/>
                </a:lnTo>
                <a:lnTo>
                  <a:pt x="430" y="682"/>
                </a:lnTo>
                <a:lnTo>
                  <a:pt x="422" y="686"/>
                </a:lnTo>
                <a:lnTo>
                  <a:pt x="404" y="692"/>
                </a:lnTo>
                <a:lnTo>
                  <a:pt x="396" y="696"/>
                </a:lnTo>
                <a:lnTo>
                  <a:pt x="390" y="704"/>
                </a:lnTo>
                <a:lnTo>
                  <a:pt x="390" y="704"/>
                </a:lnTo>
                <a:lnTo>
                  <a:pt x="396" y="706"/>
                </a:lnTo>
                <a:lnTo>
                  <a:pt x="402" y="706"/>
                </a:lnTo>
                <a:lnTo>
                  <a:pt x="412" y="704"/>
                </a:lnTo>
                <a:lnTo>
                  <a:pt x="424" y="700"/>
                </a:lnTo>
                <a:lnTo>
                  <a:pt x="434" y="694"/>
                </a:lnTo>
                <a:lnTo>
                  <a:pt x="444" y="688"/>
                </a:lnTo>
                <a:lnTo>
                  <a:pt x="452" y="686"/>
                </a:lnTo>
                <a:lnTo>
                  <a:pt x="460" y="686"/>
                </a:lnTo>
                <a:lnTo>
                  <a:pt x="464" y="688"/>
                </a:lnTo>
                <a:lnTo>
                  <a:pt x="468" y="690"/>
                </a:lnTo>
                <a:lnTo>
                  <a:pt x="468" y="690"/>
                </a:lnTo>
                <a:lnTo>
                  <a:pt x="454" y="700"/>
                </a:lnTo>
                <a:lnTo>
                  <a:pt x="440" y="710"/>
                </a:lnTo>
                <a:lnTo>
                  <a:pt x="424" y="720"/>
                </a:lnTo>
                <a:lnTo>
                  <a:pt x="418" y="724"/>
                </a:lnTo>
                <a:lnTo>
                  <a:pt x="412" y="730"/>
                </a:lnTo>
                <a:lnTo>
                  <a:pt x="412" y="730"/>
                </a:lnTo>
                <a:lnTo>
                  <a:pt x="424" y="732"/>
                </a:lnTo>
                <a:lnTo>
                  <a:pt x="434" y="732"/>
                </a:lnTo>
                <a:lnTo>
                  <a:pt x="444" y="728"/>
                </a:lnTo>
                <a:lnTo>
                  <a:pt x="454" y="724"/>
                </a:lnTo>
                <a:lnTo>
                  <a:pt x="472" y="712"/>
                </a:lnTo>
                <a:lnTo>
                  <a:pt x="486" y="700"/>
                </a:lnTo>
                <a:lnTo>
                  <a:pt x="486" y="700"/>
                </a:lnTo>
                <a:lnTo>
                  <a:pt x="480" y="696"/>
                </a:lnTo>
                <a:lnTo>
                  <a:pt x="472" y="690"/>
                </a:lnTo>
                <a:lnTo>
                  <a:pt x="466" y="684"/>
                </a:lnTo>
                <a:lnTo>
                  <a:pt x="460" y="676"/>
                </a:lnTo>
                <a:lnTo>
                  <a:pt x="456" y="668"/>
                </a:lnTo>
                <a:lnTo>
                  <a:pt x="454" y="660"/>
                </a:lnTo>
                <a:lnTo>
                  <a:pt x="456" y="650"/>
                </a:lnTo>
                <a:lnTo>
                  <a:pt x="458" y="640"/>
                </a:lnTo>
                <a:lnTo>
                  <a:pt x="458" y="640"/>
                </a:lnTo>
                <a:lnTo>
                  <a:pt x="468" y="640"/>
                </a:lnTo>
                <a:lnTo>
                  <a:pt x="468" y="640"/>
                </a:lnTo>
                <a:lnTo>
                  <a:pt x="472" y="648"/>
                </a:lnTo>
                <a:lnTo>
                  <a:pt x="474" y="654"/>
                </a:lnTo>
                <a:lnTo>
                  <a:pt x="480" y="670"/>
                </a:lnTo>
                <a:lnTo>
                  <a:pt x="484" y="676"/>
                </a:lnTo>
                <a:lnTo>
                  <a:pt x="490" y="680"/>
                </a:lnTo>
                <a:lnTo>
                  <a:pt x="498" y="682"/>
                </a:lnTo>
                <a:lnTo>
                  <a:pt x="508" y="682"/>
                </a:lnTo>
                <a:lnTo>
                  <a:pt x="508" y="682"/>
                </a:lnTo>
                <a:lnTo>
                  <a:pt x="506" y="676"/>
                </a:lnTo>
                <a:lnTo>
                  <a:pt x="502" y="672"/>
                </a:lnTo>
                <a:lnTo>
                  <a:pt x="492" y="664"/>
                </a:lnTo>
                <a:lnTo>
                  <a:pt x="488" y="660"/>
                </a:lnTo>
                <a:lnTo>
                  <a:pt x="484" y="654"/>
                </a:lnTo>
                <a:lnTo>
                  <a:pt x="482" y="648"/>
                </a:lnTo>
                <a:lnTo>
                  <a:pt x="484" y="638"/>
                </a:lnTo>
                <a:lnTo>
                  <a:pt x="484" y="638"/>
                </a:lnTo>
                <a:lnTo>
                  <a:pt x="514" y="634"/>
                </a:lnTo>
                <a:lnTo>
                  <a:pt x="528" y="630"/>
                </a:lnTo>
                <a:lnTo>
                  <a:pt x="532" y="626"/>
                </a:lnTo>
                <a:lnTo>
                  <a:pt x="536" y="622"/>
                </a:lnTo>
                <a:lnTo>
                  <a:pt x="536" y="622"/>
                </a:lnTo>
                <a:lnTo>
                  <a:pt x="526" y="620"/>
                </a:lnTo>
                <a:lnTo>
                  <a:pt x="514" y="618"/>
                </a:lnTo>
                <a:lnTo>
                  <a:pt x="490" y="616"/>
                </a:lnTo>
                <a:lnTo>
                  <a:pt x="490" y="616"/>
                </a:lnTo>
                <a:lnTo>
                  <a:pt x="488" y="606"/>
                </a:lnTo>
                <a:lnTo>
                  <a:pt x="482" y="596"/>
                </a:lnTo>
                <a:lnTo>
                  <a:pt x="474" y="588"/>
                </a:lnTo>
                <a:lnTo>
                  <a:pt x="466" y="582"/>
                </a:lnTo>
                <a:lnTo>
                  <a:pt x="456" y="578"/>
                </a:lnTo>
                <a:lnTo>
                  <a:pt x="444" y="576"/>
                </a:lnTo>
                <a:lnTo>
                  <a:pt x="434" y="578"/>
                </a:lnTo>
                <a:lnTo>
                  <a:pt x="424" y="586"/>
                </a:lnTo>
                <a:lnTo>
                  <a:pt x="424" y="586"/>
                </a:lnTo>
                <a:lnTo>
                  <a:pt x="440" y="588"/>
                </a:lnTo>
                <a:lnTo>
                  <a:pt x="454" y="592"/>
                </a:lnTo>
                <a:lnTo>
                  <a:pt x="460" y="596"/>
                </a:lnTo>
                <a:lnTo>
                  <a:pt x="464" y="602"/>
                </a:lnTo>
                <a:lnTo>
                  <a:pt x="468" y="608"/>
                </a:lnTo>
                <a:lnTo>
                  <a:pt x="468" y="616"/>
                </a:lnTo>
                <a:lnTo>
                  <a:pt x="468" y="616"/>
                </a:lnTo>
                <a:lnTo>
                  <a:pt x="420" y="608"/>
                </a:lnTo>
                <a:lnTo>
                  <a:pt x="396" y="602"/>
                </a:lnTo>
                <a:lnTo>
                  <a:pt x="376" y="594"/>
                </a:lnTo>
                <a:lnTo>
                  <a:pt x="376" y="594"/>
                </a:lnTo>
                <a:lnTo>
                  <a:pt x="392" y="582"/>
                </a:lnTo>
                <a:lnTo>
                  <a:pt x="408" y="572"/>
                </a:lnTo>
                <a:lnTo>
                  <a:pt x="414" y="564"/>
                </a:lnTo>
                <a:lnTo>
                  <a:pt x="418" y="556"/>
                </a:lnTo>
                <a:lnTo>
                  <a:pt x="422" y="548"/>
                </a:lnTo>
                <a:lnTo>
                  <a:pt x="422" y="536"/>
                </a:lnTo>
                <a:lnTo>
                  <a:pt x="422" y="536"/>
                </a:lnTo>
                <a:lnTo>
                  <a:pt x="420" y="528"/>
                </a:lnTo>
                <a:lnTo>
                  <a:pt x="416" y="522"/>
                </a:lnTo>
                <a:lnTo>
                  <a:pt x="412" y="516"/>
                </a:lnTo>
                <a:lnTo>
                  <a:pt x="406" y="510"/>
                </a:lnTo>
                <a:lnTo>
                  <a:pt x="400" y="506"/>
                </a:lnTo>
                <a:lnTo>
                  <a:pt x="392" y="504"/>
                </a:lnTo>
                <a:lnTo>
                  <a:pt x="386" y="502"/>
                </a:lnTo>
                <a:lnTo>
                  <a:pt x="378" y="500"/>
                </a:lnTo>
                <a:lnTo>
                  <a:pt x="370" y="502"/>
                </a:lnTo>
                <a:lnTo>
                  <a:pt x="364" y="504"/>
                </a:lnTo>
                <a:lnTo>
                  <a:pt x="358" y="508"/>
                </a:lnTo>
                <a:lnTo>
                  <a:pt x="352" y="512"/>
                </a:lnTo>
                <a:lnTo>
                  <a:pt x="348" y="518"/>
                </a:lnTo>
                <a:lnTo>
                  <a:pt x="346" y="526"/>
                </a:lnTo>
                <a:lnTo>
                  <a:pt x="344" y="536"/>
                </a:lnTo>
                <a:lnTo>
                  <a:pt x="344" y="548"/>
                </a:lnTo>
                <a:lnTo>
                  <a:pt x="344" y="548"/>
                </a:lnTo>
                <a:lnTo>
                  <a:pt x="348" y="546"/>
                </a:lnTo>
                <a:lnTo>
                  <a:pt x="350" y="544"/>
                </a:lnTo>
                <a:lnTo>
                  <a:pt x="354" y="536"/>
                </a:lnTo>
                <a:lnTo>
                  <a:pt x="356" y="530"/>
                </a:lnTo>
                <a:lnTo>
                  <a:pt x="358" y="528"/>
                </a:lnTo>
                <a:lnTo>
                  <a:pt x="362" y="526"/>
                </a:lnTo>
                <a:lnTo>
                  <a:pt x="362" y="526"/>
                </a:lnTo>
                <a:lnTo>
                  <a:pt x="372" y="526"/>
                </a:lnTo>
                <a:lnTo>
                  <a:pt x="380" y="530"/>
                </a:lnTo>
                <a:lnTo>
                  <a:pt x="386" y="536"/>
                </a:lnTo>
                <a:lnTo>
                  <a:pt x="390" y="542"/>
                </a:lnTo>
                <a:lnTo>
                  <a:pt x="392" y="550"/>
                </a:lnTo>
                <a:lnTo>
                  <a:pt x="392" y="558"/>
                </a:lnTo>
                <a:lnTo>
                  <a:pt x="390" y="566"/>
                </a:lnTo>
                <a:lnTo>
                  <a:pt x="384" y="572"/>
                </a:lnTo>
                <a:lnTo>
                  <a:pt x="384" y="572"/>
                </a:lnTo>
                <a:lnTo>
                  <a:pt x="364" y="572"/>
                </a:lnTo>
                <a:lnTo>
                  <a:pt x="346" y="568"/>
                </a:lnTo>
                <a:lnTo>
                  <a:pt x="330" y="560"/>
                </a:lnTo>
                <a:lnTo>
                  <a:pt x="316" y="550"/>
                </a:lnTo>
                <a:lnTo>
                  <a:pt x="304" y="536"/>
                </a:lnTo>
                <a:lnTo>
                  <a:pt x="296" y="520"/>
                </a:lnTo>
                <a:lnTo>
                  <a:pt x="290" y="500"/>
                </a:lnTo>
                <a:lnTo>
                  <a:pt x="288" y="480"/>
                </a:lnTo>
                <a:lnTo>
                  <a:pt x="288" y="480"/>
                </a:lnTo>
                <a:lnTo>
                  <a:pt x="306" y="486"/>
                </a:lnTo>
                <a:lnTo>
                  <a:pt x="322" y="490"/>
                </a:lnTo>
                <a:lnTo>
                  <a:pt x="336" y="488"/>
                </a:lnTo>
                <a:lnTo>
                  <a:pt x="348" y="484"/>
                </a:lnTo>
                <a:lnTo>
                  <a:pt x="360" y="476"/>
                </a:lnTo>
                <a:lnTo>
                  <a:pt x="368" y="466"/>
                </a:lnTo>
                <a:lnTo>
                  <a:pt x="374" y="456"/>
                </a:lnTo>
                <a:lnTo>
                  <a:pt x="376" y="444"/>
                </a:lnTo>
                <a:lnTo>
                  <a:pt x="378" y="432"/>
                </a:lnTo>
                <a:lnTo>
                  <a:pt x="378" y="420"/>
                </a:lnTo>
                <a:lnTo>
                  <a:pt x="374" y="408"/>
                </a:lnTo>
                <a:lnTo>
                  <a:pt x="368" y="398"/>
                </a:lnTo>
                <a:lnTo>
                  <a:pt x="360" y="390"/>
                </a:lnTo>
                <a:lnTo>
                  <a:pt x="348" y="384"/>
                </a:lnTo>
                <a:lnTo>
                  <a:pt x="336" y="382"/>
                </a:lnTo>
                <a:lnTo>
                  <a:pt x="320" y="384"/>
                </a:lnTo>
                <a:lnTo>
                  <a:pt x="320" y="384"/>
                </a:lnTo>
                <a:lnTo>
                  <a:pt x="312" y="386"/>
                </a:lnTo>
                <a:lnTo>
                  <a:pt x="304" y="388"/>
                </a:lnTo>
                <a:lnTo>
                  <a:pt x="298" y="394"/>
                </a:lnTo>
                <a:lnTo>
                  <a:pt x="292" y="400"/>
                </a:lnTo>
                <a:lnTo>
                  <a:pt x="288" y="408"/>
                </a:lnTo>
                <a:lnTo>
                  <a:pt x="286" y="416"/>
                </a:lnTo>
                <a:lnTo>
                  <a:pt x="286" y="426"/>
                </a:lnTo>
                <a:lnTo>
                  <a:pt x="288" y="436"/>
                </a:lnTo>
                <a:lnTo>
                  <a:pt x="288" y="436"/>
                </a:lnTo>
                <a:lnTo>
                  <a:pt x="290" y="432"/>
                </a:lnTo>
                <a:lnTo>
                  <a:pt x="292" y="428"/>
                </a:lnTo>
                <a:lnTo>
                  <a:pt x="300" y="420"/>
                </a:lnTo>
                <a:lnTo>
                  <a:pt x="310" y="416"/>
                </a:lnTo>
                <a:lnTo>
                  <a:pt x="322" y="414"/>
                </a:lnTo>
                <a:lnTo>
                  <a:pt x="332" y="414"/>
                </a:lnTo>
                <a:lnTo>
                  <a:pt x="336" y="416"/>
                </a:lnTo>
                <a:lnTo>
                  <a:pt x="340" y="420"/>
                </a:lnTo>
                <a:lnTo>
                  <a:pt x="344" y="424"/>
                </a:lnTo>
                <a:lnTo>
                  <a:pt x="346" y="428"/>
                </a:lnTo>
                <a:lnTo>
                  <a:pt x="348" y="434"/>
                </a:lnTo>
                <a:lnTo>
                  <a:pt x="348" y="442"/>
                </a:lnTo>
                <a:lnTo>
                  <a:pt x="348" y="442"/>
                </a:lnTo>
                <a:lnTo>
                  <a:pt x="344" y="452"/>
                </a:lnTo>
                <a:lnTo>
                  <a:pt x="338" y="458"/>
                </a:lnTo>
                <a:lnTo>
                  <a:pt x="328" y="462"/>
                </a:lnTo>
                <a:lnTo>
                  <a:pt x="318" y="462"/>
                </a:lnTo>
                <a:lnTo>
                  <a:pt x="308" y="462"/>
                </a:lnTo>
                <a:lnTo>
                  <a:pt x="298" y="462"/>
                </a:lnTo>
                <a:lnTo>
                  <a:pt x="290" y="458"/>
                </a:lnTo>
                <a:lnTo>
                  <a:pt x="282" y="454"/>
                </a:lnTo>
                <a:lnTo>
                  <a:pt x="282" y="454"/>
                </a:lnTo>
                <a:lnTo>
                  <a:pt x="274" y="448"/>
                </a:lnTo>
                <a:lnTo>
                  <a:pt x="268" y="440"/>
                </a:lnTo>
                <a:lnTo>
                  <a:pt x="262" y="432"/>
                </a:lnTo>
                <a:lnTo>
                  <a:pt x="258" y="422"/>
                </a:lnTo>
                <a:lnTo>
                  <a:pt x="256" y="410"/>
                </a:lnTo>
                <a:lnTo>
                  <a:pt x="254" y="398"/>
                </a:lnTo>
                <a:lnTo>
                  <a:pt x="254" y="376"/>
                </a:lnTo>
                <a:lnTo>
                  <a:pt x="256" y="364"/>
                </a:lnTo>
                <a:lnTo>
                  <a:pt x="260" y="352"/>
                </a:lnTo>
                <a:lnTo>
                  <a:pt x="264" y="342"/>
                </a:lnTo>
                <a:lnTo>
                  <a:pt x="270" y="332"/>
                </a:lnTo>
                <a:lnTo>
                  <a:pt x="276" y="324"/>
                </a:lnTo>
                <a:lnTo>
                  <a:pt x="284" y="316"/>
                </a:lnTo>
                <a:lnTo>
                  <a:pt x="294" y="310"/>
                </a:lnTo>
                <a:lnTo>
                  <a:pt x="304" y="306"/>
                </a:lnTo>
                <a:lnTo>
                  <a:pt x="304" y="306"/>
                </a:lnTo>
                <a:lnTo>
                  <a:pt x="306" y="320"/>
                </a:lnTo>
                <a:lnTo>
                  <a:pt x="312" y="332"/>
                </a:lnTo>
                <a:lnTo>
                  <a:pt x="318" y="340"/>
                </a:lnTo>
                <a:lnTo>
                  <a:pt x="326" y="348"/>
                </a:lnTo>
                <a:lnTo>
                  <a:pt x="336" y="352"/>
                </a:lnTo>
                <a:lnTo>
                  <a:pt x="348" y="354"/>
                </a:lnTo>
                <a:lnTo>
                  <a:pt x="358" y="354"/>
                </a:lnTo>
                <a:lnTo>
                  <a:pt x="370" y="354"/>
                </a:lnTo>
                <a:lnTo>
                  <a:pt x="380" y="350"/>
                </a:lnTo>
                <a:lnTo>
                  <a:pt x="390" y="344"/>
                </a:lnTo>
                <a:lnTo>
                  <a:pt x="400" y="338"/>
                </a:lnTo>
                <a:lnTo>
                  <a:pt x="406" y="330"/>
                </a:lnTo>
                <a:lnTo>
                  <a:pt x="412" y="320"/>
                </a:lnTo>
                <a:lnTo>
                  <a:pt x="416" y="310"/>
                </a:lnTo>
                <a:lnTo>
                  <a:pt x="418" y="298"/>
                </a:lnTo>
                <a:lnTo>
                  <a:pt x="416" y="284"/>
                </a:lnTo>
                <a:lnTo>
                  <a:pt x="416" y="284"/>
                </a:lnTo>
                <a:lnTo>
                  <a:pt x="410" y="274"/>
                </a:lnTo>
                <a:lnTo>
                  <a:pt x="402" y="266"/>
                </a:lnTo>
                <a:lnTo>
                  <a:pt x="392" y="260"/>
                </a:lnTo>
                <a:lnTo>
                  <a:pt x="382" y="258"/>
                </a:lnTo>
                <a:lnTo>
                  <a:pt x="370" y="258"/>
                </a:lnTo>
                <a:lnTo>
                  <a:pt x="358" y="260"/>
                </a:lnTo>
                <a:lnTo>
                  <a:pt x="354" y="264"/>
                </a:lnTo>
                <a:lnTo>
                  <a:pt x="350" y="268"/>
                </a:lnTo>
                <a:lnTo>
                  <a:pt x="346" y="274"/>
                </a:lnTo>
                <a:lnTo>
                  <a:pt x="344" y="280"/>
                </a:lnTo>
                <a:lnTo>
                  <a:pt x="344" y="280"/>
                </a:lnTo>
                <a:lnTo>
                  <a:pt x="348" y="282"/>
                </a:lnTo>
                <a:lnTo>
                  <a:pt x="350" y="282"/>
                </a:lnTo>
                <a:lnTo>
                  <a:pt x="358" y="278"/>
                </a:lnTo>
                <a:lnTo>
                  <a:pt x="366" y="274"/>
                </a:lnTo>
                <a:lnTo>
                  <a:pt x="372" y="274"/>
                </a:lnTo>
                <a:lnTo>
                  <a:pt x="378" y="274"/>
                </a:lnTo>
                <a:lnTo>
                  <a:pt x="378" y="274"/>
                </a:lnTo>
                <a:lnTo>
                  <a:pt x="386" y="282"/>
                </a:lnTo>
                <a:lnTo>
                  <a:pt x="390" y="290"/>
                </a:lnTo>
                <a:lnTo>
                  <a:pt x="390" y="298"/>
                </a:lnTo>
                <a:lnTo>
                  <a:pt x="390" y="304"/>
                </a:lnTo>
                <a:lnTo>
                  <a:pt x="388" y="310"/>
                </a:lnTo>
                <a:lnTo>
                  <a:pt x="384" y="316"/>
                </a:lnTo>
                <a:lnTo>
                  <a:pt x="378" y="320"/>
                </a:lnTo>
                <a:lnTo>
                  <a:pt x="372" y="322"/>
                </a:lnTo>
                <a:lnTo>
                  <a:pt x="366" y="324"/>
                </a:lnTo>
                <a:lnTo>
                  <a:pt x="358" y="326"/>
                </a:lnTo>
                <a:lnTo>
                  <a:pt x="350" y="324"/>
                </a:lnTo>
                <a:lnTo>
                  <a:pt x="344" y="322"/>
                </a:lnTo>
                <a:lnTo>
                  <a:pt x="336" y="318"/>
                </a:lnTo>
                <a:lnTo>
                  <a:pt x="330" y="312"/>
                </a:lnTo>
                <a:lnTo>
                  <a:pt x="326" y="306"/>
                </a:lnTo>
                <a:lnTo>
                  <a:pt x="322" y="296"/>
                </a:lnTo>
                <a:lnTo>
                  <a:pt x="322" y="296"/>
                </a:lnTo>
                <a:lnTo>
                  <a:pt x="320" y="280"/>
                </a:lnTo>
                <a:lnTo>
                  <a:pt x="322" y="264"/>
                </a:lnTo>
                <a:lnTo>
                  <a:pt x="328" y="248"/>
                </a:lnTo>
                <a:lnTo>
                  <a:pt x="338" y="236"/>
                </a:lnTo>
                <a:lnTo>
                  <a:pt x="348" y="224"/>
                </a:lnTo>
                <a:lnTo>
                  <a:pt x="362" y="216"/>
                </a:lnTo>
                <a:lnTo>
                  <a:pt x="374" y="210"/>
                </a:lnTo>
                <a:lnTo>
                  <a:pt x="388" y="206"/>
                </a:lnTo>
                <a:lnTo>
                  <a:pt x="388" y="206"/>
                </a:lnTo>
                <a:lnTo>
                  <a:pt x="400" y="220"/>
                </a:lnTo>
                <a:lnTo>
                  <a:pt x="408" y="232"/>
                </a:lnTo>
                <a:lnTo>
                  <a:pt x="416" y="242"/>
                </a:lnTo>
                <a:lnTo>
                  <a:pt x="422" y="246"/>
                </a:lnTo>
                <a:lnTo>
                  <a:pt x="428" y="250"/>
                </a:lnTo>
                <a:lnTo>
                  <a:pt x="428" y="250"/>
                </a:lnTo>
                <a:lnTo>
                  <a:pt x="446" y="254"/>
                </a:lnTo>
                <a:lnTo>
                  <a:pt x="462" y="252"/>
                </a:lnTo>
                <a:lnTo>
                  <a:pt x="474" y="248"/>
                </a:lnTo>
                <a:lnTo>
                  <a:pt x="484" y="240"/>
                </a:lnTo>
                <a:lnTo>
                  <a:pt x="492" y="230"/>
                </a:lnTo>
                <a:lnTo>
                  <a:pt x="496" y="218"/>
                </a:lnTo>
                <a:lnTo>
                  <a:pt x="500" y="204"/>
                </a:lnTo>
                <a:lnTo>
                  <a:pt x="500" y="190"/>
                </a:lnTo>
                <a:lnTo>
                  <a:pt x="498" y="178"/>
                </a:lnTo>
                <a:lnTo>
                  <a:pt x="496" y="166"/>
                </a:lnTo>
                <a:lnTo>
                  <a:pt x="490" y="156"/>
                </a:lnTo>
                <a:lnTo>
                  <a:pt x="482" y="148"/>
                </a:lnTo>
                <a:lnTo>
                  <a:pt x="472" y="144"/>
                </a:lnTo>
                <a:lnTo>
                  <a:pt x="462" y="144"/>
                </a:lnTo>
                <a:lnTo>
                  <a:pt x="448" y="150"/>
                </a:lnTo>
                <a:lnTo>
                  <a:pt x="434" y="160"/>
                </a:lnTo>
                <a:lnTo>
                  <a:pt x="434" y="160"/>
                </a:lnTo>
                <a:lnTo>
                  <a:pt x="438" y="162"/>
                </a:lnTo>
                <a:lnTo>
                  <a:pt x="444" y="162"/>
                </a:lnTo>
                <a:lnTo>
                  <a:pt x="454" y="162"/>
                </a:lnTo>
                <a:lnTo>
                  <a:pt x="464" y="164"/>
                </a:lnTo>
                <a:lnTo>
                  <a:pt x="468" y="166"/>
                </a:lnTo>
                <a:lnTo>
                  <a:pt x="472" y="168"/>
                </a:lnTo>
                <a:lnTo>
                  <a:pt x="472" y="168"/>
                </a:lnTo>
                <a:lnTo>
                  <a:pt x="472" y="176"/>
                </a:lnTo>
                <a:lnTo>
                  <a:pt x="472" y="184"/>
                </a:lnTo>
                <a:lnTo>
                  <a:pt x="470" y="188"/>
                </a:lnTo>
                <a:lnTo>
                  <a:pt x="468" y="194"/>
                </a:lnTo>
                <a:lnTo>
                  <a:pt x="464" y="196"/>
                </a:lnTo>
                <a:lnTo>
                  <a:pt x="460" y="200"/>
                </a:lnTo>
                <a:lnTo>
                  <a:pt x="450" y="202"/>
                </a:lnTo>
                <a:lnTo>
                  <a:pt x="438" y="202"/>
                </a:lnTo>
                <a:lnTo>
                  <a:pt x="428" y="198"/>
                </a:lnTo>
                <a:lnTo>
                  <a:pt x="420" y="190"/>
                </a:lnTo>
                <a:lnTo>
                  <a:pt x="418" y="186"/>
                </a:lnTo>
                <a:lnTo>
                  <a:pt x="416" y="182"/>
                </a:lnTo>
                <a:lnTo>
                  <a:pt x="416" y="182"/>
                </a:lnTo>
                <a:lnTo>
                  <a:pt x="414" y="168"/>
                </a:lnTo>
                <a:lnTo>
                  <a:pt x="416" y="156"/>
                </a:lnTo>
                <a:lnTo>
                  <a:pt x="420" y="142"/>
                </a:lnTo>
                <a:lnTo>
                  <a:pt x="426" y="130"/>
                </a:lnTo>
                <a:lnTo>
                  <a:pt x="432" y="118"/>
                </a:lnTo>
                <a:lnTo>
                  <a:pt x="436" y="104"/>
                </a:lnTo>
                <a:lnTo>
                  <a:pt x="438" y="90"/>
                </a:lnTo>
                <a:lnTo>
                  <a:pt x="438" y="76"/>
                </a:lnTo>
                <a:lnTo>
                  <a:pt x="438" y="76"/>
                </a:lnTo>
                <a:lnTo>
                  <a:pt x="432" y="62"/>
                </a:lnTo>
                <a:lnTo>
                  <a:pt x="424" y="50"/>
                </a:lnTo>
                <a:lnTo>
                  <a:pt x="414" y="40"/>
                </a:lnTo>
                <a:lnTo>
                  <a:pt x="402" y="30"/>
                </a:lnTo>
                <a:lnTo>
                  <a:pt x="386" y="22"/>
                </a:lnTo>
                <a:lnTo>
                  <a:pt x="370" y="16"/>
                </a:lnTo>
                <a:lnTo>
                  <a:pt x="352" y="12"/>
                </a:lnTo>
                <a:lnTo>
                  <a:pt x="332" y="10"/>
                </a:lnTo>
                <a:lnTo>
                  <a:pt x="314" y="10"/>
                </a:lnTo>
                <a:lnTo>
                  <a:pt x="294" y="10"/>
                </a:lnTo>
                <a:lnTo>
                  <a:pt x="274" y="12"/>
                </a:lnTo>
                <a:lnTo>
                  <a:pt x="256" y="16"/>
                </a:lnTo>
                <a:lnTo>
                  <a:pt x="238" y="20"/>
                </a:lnTo>
                <a:lnTo>
                  <a:pt x="220" y="28"/>
                </a:lnTo>
                <a:lnTo>
                  <a:pt x="206" y="36"/>
                </a:lnTo>
                <a:lnTo>
                  <a:pt x="192" y="44"/>
                </a:lnTo>
                <a:lnTo>
                  <a:pt x="192" y="44"/>
                </a:lnTo>
                <a:lnTo>
                  <a:pt x="194" y="50"/>
                </a:lnTo>
                <a:lnTo>
                  <a:pt x="198" y="56"/>
                </a:lnTo>
                <a:lnTo>
                  <a:pt x="208" y="62"/>
                </a:lnTo>
                <a:lnTo>
                  <a:pt x="212" y="64"/>
                </a:lnTo>
                <a:lnTo>
                  <a:pt x="216" y="68"/>
                </a:lnTo>
                <a:lnTo>
                  <a:pt x="218" y="74"/>
                </a:lnTo>
                <a:lnTo>
                  <a:pt x="216" y="82"/>
                </a:lnTo>
                <a:lnTo>
                  <a:pt x="216" y="82"/>
                </a:lnTo>
                <a:lnTo>
                  <a:pt x="214" y="90"/>
                </a:lnTo>
                <a:lnTo>
                  <a:pt x="206" y="96"/>
                </a:lnTo>
                <a:lnTo>
                  <a:pt x="198" y="98"/>
                </a:lnTo>
                <a:lnTo>
                  <a:pt x="190" y="100"/>
                </a:lnTo>
                <a:lnTo>
                  <a:pt x="180" y="98"/>
                </a:lnTo>
                <a:lnTo>
                  <a:pt x="172" y="94"/>
                </a:lnTo>
                <a:lnTo>
                  <a:pt x="164" y="88"/>
                </a:lnTo>
                <a:lnTo>
                  <a:pt x="160" y="78"/>
                </a:lnTo>
                <a:lnTo>
                  <a:pt x="160" y="78"/>
                </a:lnTo>
                <a:lnTo>
                  <a:pt x="160" y="72"/>
                </a:lnTo>
                <a:lnTo>
                  <a:pt x="160" y="68"/>
                </a:lnTo>
                <a:lnTo>
                  <a:pt x="164" y="58"/>
                </a:lnTo>
                <a:lnTo>
                  <a:pt x="170" y="48"/>
                </a:lnTo>
                <a:lnTo>
                  <a:pt x="176" y="36"/>
                </a:lnTo>
                <a:lnTo>
                  <a:pt x="176" y="36"/>
                </a:lnTo>
                <a:lnTo>
                  <a:pt x="196" y="26"/>
                </a:lnTo>
                <a:lnTo>
                  <a:pt x="214" y="16"/>
                </a:lnTo>
                <a:lnTo>
                  <a:pt x="234" y="10"/>
                </a:lnTo>
                <a:lnTo>
                  <a:pt x="254" y="4"/>
                </a:lnTo>
                <a:lnTo>
                  <a:pt x="276" y="2"/>
                </a:lnTo>
                <a:lnTo>
                  <a:pt x="298" y="0"/>
                </a:lnTo>
                <a:lnTo>
                  <a:pt x="322" y="0"/>
                </a:lnTo>
                <a:lnTo>
                  <a:pt x="348" y="2"/>
                </a:lnTo>
                <a:lnTo>
                  <a:pt x="348" y="2"/>
                </a:lnTo>
                <a:lnTo>
                  <a:pt x="362" y="4"/>
                </a:lnTo>
                <a:lnTo>
                  <a:pt x="378" y="8"/>
                </a:lnTo>
                <a:lnTo>
                  <a:pt x="392" y="12"/>
                </a:lnTo>
                <a:lnTo>
                  <a:pt x="404" y="18"/>
                </a:lnTo>
                <a:lnTo>
                  <a:pt x="428" y="32"/>
                </a:lnTo>
                <a:lnTo>
                  <a:pt x="450" y="48"/>
                </a:lnTo>
                <a:lnTo>
                  <a:pt x="468" y="70"/>
                </a:lnTo>
                <a:lnTo>
                  <a:pt x="486" y="92"/>
                </a:lnTo>
                <a:lnTo>
                  <a:pt x="500" y="118"/>
                </a:lnTo>
                <a:lnTo>
                  <a:pt x="512" y="144"/>
                </a:lnTo>
                <a:lnTo>
                  <a:pt x="512" y="144"/>
                </a:lnTo>
                <a:lnTo>
                  <a:pt x="520" y="164"/>
                </a:lnTo>
                <a:lnTo>
                  <a:pt x="528" y="186"/>
                </a:lnTo>
                <a:lnTo>
                  <a:pt x="534" y="208"/>
                </a:lnTo>
                <a:lnTo>
                  <a:pt x="534" y="216"/>
                </a:lnTo>
                <a:lnTo>
                  <a:pt x="534" y="224"/>
                </a:lnTo>
                <a:lnTo>
                  <a:pt x="534" y="224"/>
                </a:lnTo>
                <a:lnTo>
                  <a:pt x="532" y="230"/>
                </a:lnTo>
                <a:lnTo>
                  <a:pt x="528" y="234"/>
                </a:lnTo>
                <a:lnTo>
                  <a:pt x="520" y="240"/>
                </a:lnTo>
                <a:lnTo>
                  <a:pt x="510" y="246"/>
                </a:lnTo>
                <a:lnTo>
                  <a:pt x="500" y="252"/>
                </a:lnTo>
                <a:lnTo>
                  <a:pt x="500" y="252"/>
                </a:lnTo>
                <a:lnTo>
                  <a:pt x="486" y="266"/>
                </a:lnTo>
                <a:lnTo>
                  <a:pt x="472" y="282"/>
                </a:lnTo>
                <a:lnTo>
                  <a:pt x="460" y="300"/>
                </a:lnTo>
                <a:lnTo>
                  <a:pt x="448" y="318"/>
                </a:lnTo>
                <a:lnTo>
                  <a:pt x="440" y="340"/>
                </a:lnTo>
                <a:lnTo>
                  <a:pt x="432" y="362"/>
                </a:lnTo>
                <a:lnTo>
                  <a:pt x="426" y="384"/>
                </a:lnTo>
                <a:lnTo>
                  <a:pt x="420" y="406"/>
                </a:lnTo>
                <a:lnTo>
                  <a:pt x="420" y="430"/>
                </a:lnTo>
                <a:lnTo>
                  <a:pt x="420" y="452"/>
                </a:lnTo>
                <a:lnTo>
                  <a:pt x="422" y="474"/>
                </a:lnTo>
                <a:lnTo>
                  <a:pt x="430" y="496"/>
                </a:lnTo>
                <a:lnTo>
                  <a:pt x="438" y="518"/>
                </a:lnTo>
                <a:lnTo>
                  <a:pt x="450" y="538"/>
                </a:lnTo>
                <a:lnTo>
                  <a:pt x="466" y="556"/>
                </a:lnTo>
                <a:lnTo>
                  <a:pt x="486" y="572"/>
                </a:lnTo>
                <a:lnTo>
                  <a:pt x="486" y="572"/>
                </a:lnTo>
                <a:lnTo>
                  <a:pt x="474" y="546"/>
                </a:lnTo>
                <a:lnTo>
                  <a:pt x="460" y="516"/>
                </a:lnTo>
                <a:lnTo>
                  <a:pt x="454" y="500"/>
                </a:lnTo>
                <a:lnTo>
                  <a:pt x="448" y="482"/>
                </a:lnTo>
                <a:lnTo>
                  <a:pt x="444" y="464"/>
                </a:lnTo>
                <a:lnTo>
                  <a:pt x="444" y="446"/>
                </a:lnTo>
                <a:lnTo>
                  <a:pt x="444" y="446"/>
                </a:lnTo>
                <a:lnTo>
                  <a:pt x="444" y="414"/>
                </a:lnTo>
                <a:lnTo>
                  <a:pt x="450" y="386"/>
                </a:lnTo>
                <a:lnTo>
                  <a:pt x="460" y="358"/>
                </a:lnTo>
                <a:lnTo>
                  <a:pt x="472" y="334"/>
                </a:lnTo>
                <a:lnTo>
                  <a:pt x="488" y="312"/>
                </a:lnTo>
                <a:lnTo>
                  <a:pt x="506" y="294"/>
                </a:lnTo>
                <a:lnTo>
                  <a:pt x="526" y="280"/>
                </a:lnTo>
                <a:lnTo>
                  <a:pt x="548" y="268"/>
                </a:lnTo>
                <a:lnTo>
                  <a:pt x="548" y="268"/>
                </a:lnTo>
                <a:lnTo>
                  <a:pt x="546" y="278"/>
                </a:lnTo>
                <a:lnTo>
                  <a:pt x="540" y="286"/>
                </a:lnTo>
                <a:lnTo>
                  <a:pt x="528" y="302"/>
                </a:lnTo>
                <a:lnTo>
                  <a:pt x="514" y="318"/>
                </a:lnTo>
                <a:lnTo>
                  <a:pt x="500" y="336"/>
                </a:lnTo>
                <a:lnTo>
                  <a:pt x="500" y="336"/>
                </a:lnTo>
                <a:lnTo>
                  <a:pt x="492" y="348"/>
                </a:lnTo>
                <a:lnTo>
                  <a:pt x="486" y="362"/>
                </a:lnTo>
                <a:lnTo>
                  <a:pt x="478" y="392"/>
                </a:lnTo>
                <a:lnTo>
                  <a:pt x="470" y="426"/>
                </a:lnTo>
                <a:lnTo>
                  <a:pt x="468" y="460"/>
                </a:lnTo>
                <a:lnTo>
                  <a:pt x="468" y="478"/>
                </a:lnTo>
                <a:lnTo>
                  <a:pt x="470" y="496"/>
                </a:lnTo>
                <a:lnTo>
                  <a:pt x="474" y="512"/>
                </a:lnTo>
                <a:lnTo>
                  <a:pt x="478" y="528"/>
                </a:lnTo>
                <a:lnTo>
                  <a:pt x="484" y="544"/>
                </a:lnTo>
                <a:lnTo>
                  <a:pt x="492" y="556"/>
                </a:lnTo>
                <a:lnTo>
                  <a:pt x="500" y="568"/>
                </a:lnTo>
                <a:lnTo>
                  <a:pt x="512" y="578"/>
                </a:lnTo>
                <a:lnTo>
                  <a:pt x="512" y="578"/>
                </a:lnTo>
                <a:lnTo>
                  <a:pt x="502" y="546"/>
                </a:lnTo>
                <a:lnTo>
                  <a:pt x="496" y="510"/>
                </a:lnTo>
                <a:lnTo>
                  <a:pt x="490" y="470"/>
                </a:lnTo>
                <a:lnTo>
                  <a:pt x="490" y="428"/>
                </a:lnTo>
                <a:lnTo>
                  <a:pt x="492" y="408"/>
                </a:lnTo>
                <a:lnTo>
                  <a:pt x="494" y="388"/>
                </a:lnTo>
                <a:lnTo>
                  <a:pt x="498" y="370"/>
                </a:lnTo>
                <a:lnTo>
                  <a:pt x="504" y="352"/>
                </a:lnTo>
                <a:lnTo>
                  <a:pt x="510" y="336"/>
                </a:lnTo>
                <a:lnTo>
                  <a:pt x="520" y="322"/>
                </a:lnTo>
                <a:lnTo>
                  <a:pt x="530" y="310"/>
                </a:lnTo>
                <a:lnTo>
                  <a:pt x="542" y="300"/>
                </a:lnTo>
                <a:lnTo>
                  <a:pt x="542" y="300"/>
                </a:lnTo>
                <a:lnTo>
                  <a:pt x="538" y="336"/>
                </a:lnTo>
                <a:lnTo>
                  <a:pt x="530" y="378"/>
                </a:lnTo>
                <a:lnTo>
                  <a:pt x="522" y="420"/>
                </a:lnTo>
                <a:lnTo>
                  <a:pt x="518" y="462"/>
                </a:lnTo>
                <a:lnTo>
                  <a:pt x="516" y="484"/>
                </a:lnTo>
                <a:lnTo>
                  <a:pt x="516" y="504"/>
                </a:lnTo>
                <a:lnTo>
                  <a:pt x="516" y="524"/>
                </a:lnTo>
                <a:lnTo>
                  <a:pt x="518" y="542"/>
                </a:lnTo>
                <a:lnTo>
                  <a:pt x="524" y="560"/>
                </a:lnTo>
                <a:lnTo>
                  <a:pt x="530" y="576"/>
                </a:lnTo>
                <a:lnTo>
                  <a:pt x="540" y="590"/>
                </a:lnTo>
                <a:lnTo>
                  <a:pt x="552" y="604"/>
                </a:lnTo>
                <a:lnTo>
                  <a:pt x="552" y="604"/>
                </a:lnTo>
                <a:lnTo>
                  <a:pt x="552" y="592"/>
                </a:lnTo>
                <a:lnTo>
                  <a:pt x="552" y="576"/>
                </a:lnTo>
                <a:lnTo>
                  <a:pt x="554" y="568"/>
                </a:lnTo>
                <a:lnTo>
                  <a:pt x="556" y="560"/>
                </a:lnTo>
                <a:lnTo>
                  <a:pt x="560" y="554"/>
                </a:lnTo>
                <a:lnTo>
                  <a:pt x="564" y="550"/>
                </a:lnTo>
                <a:lnTo>
                  <a:pt x="564" y="550"/>
                </a:lnTo>
                <a:lnTo>
                  <a:pt x="564" y="548"/>
                </a:lnTo>
                <a:lnTo>
                  <a:pt x="560" y="544"/>
                </a:lnTo>
                <a:lnTo>
                  <a:pt x="554" y="540"/>
                </a:lnTo>
                <a:lnTo>
                  <a:pt x="552" y="536"/>
                </a:lnTo>
                <a:lnTo>
                  <a:pt x="550" y="534"/>
                </a:lnTo>
                <a:lnTo>
                  <a:pt x="550" y="530"/>
                </a:lnTo>
                <a:lnTo>
                  <a:pt x="552" y="526"/>
                </a:lnTo>
                <a:lnTo>
                  <a:pt x="552" y="526"/>
                </a:lnTo>
                <a:lnTo>
                  <a:pt x="556" y="524"/>
                </a:lnTo>
                <a:lnTo>
                  <a:pt x="560" y="524"/>
                </a:lnTo>
                <a:lnTo>
                  <a:pt x="564" y="526"/>
                </a:lnTo>
                <a:lnTo>
                  <a:pt x="566" y="528"/>
                </a:lnTo>
                <a:lnTo>
                  <a:pt x="570" y="534"/>
                </a:lnTo>
                <a:lnTo>
                  <a:pt x="576" y="538"/>
                </a:lnTo>
                <a:lnTo>
                  <a:pt x="576" y="538"/>
                </a:lnTo>
                <a:lnTo>
                  <a:pt x="576" y="500"/>
                </a:lnTo>
                <a:lnTo>
                  <a:pt x="578" y="460"/>
                </a:lnTo>
                <a:lnTo>
                  <a:pt x="584" y="420"/>
                </a:lnTo>
                <a:lnTo>
                  <a:pt x="594" y="380"/>
                </a:lnTo>
                <a:lnTo>
                  <a:pt x="606" y="344"/>
                </a:lnTo>
                <a:lnTo>
                  <a:pt x="614" y="328"/>
                </a:lnTo>
                <a:lnTo>
                  <a:pt x="624" y="312"/>
                </a:lnTo>
                <a:lnTo>
                  <a:pt x="632" y="298"/>
                </a:lnTo>
                <a:lnTo>
                  <a:pt x="644" y="284"/>
                </a:lnTo>
                <a:lnTo>
                  <a:pt x="654" y="272"/>
                </a:lnTo>
                <a:lnTo>
                  <a:pt x="666" y="262"/>
                </a:lnTo>
                <a:lnTo>
                  <a:pt x="666" y="262"/>
                </a:lnTo>
                <a:lnTo>
                  <a:pt x="684" y="252"/>
                </a:lnTo>
                <a:lnTo>
                  <a:pt x="702" y="246"/>
                </a:lnTo>
                <a:lnTo>
                  <a:pt x="722" y="242"/>
                </a:lnTo>
                <a:lnTo>
                  <a:pt x="742" y="240"/>
                </a:lnTo>
                <a:lnTo>
                  <a:pt x="742" y="240"/>
                </a:lnTo>
                <a:lnTo>
                  <a:pt x="752" y="242"/>
                </a:lnTo>
                <a:lnTo>
                  <a:pt x="762" y="246"/>
                </a:lnTo>
                <a:lnTo>
                  <a:pt x="774" y="252"/>
                </a:lnTo>
                <a:lnTo>
                  <a:pt x="784" y="260"/>
                </a:lnTo>
                <a:lnTo>
                  <a:pt x="792" y="268"/>
                </a:lnTo>
                <a:lnTo>
                  <a:pt x="798" y="278"/>
                </a:lnTo>
                <a:lnTo>
                  <a:pt x="802" y="288"/>
                </a:lnTo>
                <a:lnTo>
                  <a:pt x="800" y="300"/>
                </a:lnTo>
                <a:lnTo>
                  <a:pt x="800" y="300"/>
                </a:lnTo>
                <a:lnTo>
                  <a:pt x="798" y="304"/>
                </a:lnTo>
                <a:lnTo>
                  <a:pt x="796" y="308"/>
                </a:lnTo>
                <a:lnTo>
                  <a:pt x="792" y="312"/>
                </a:lnTo>
                <a:lnTo>
                  <a:pt x="786" y="314"/>
                </a:lnTo>
                <a:lnTo>
                  <a:pt x="782" y="314"/>
                </a:lnTo>
                <a:lnTo>
                  <a:pt x="776" y="314"/>
                </a:lnTo>
                <a:lnTo>
                  <a:pt x="772" y="312"/>
                </a:lnTo>
                <a:lnTo>
                  <a:pt x="766" y="306"/>
                </a:lnTo>
                <a:lnTo>
                  <a:pt x="766" y="306"/>
                </a:lnTo>
                <a:lnTo>
                  <a:pt x="768" y="298"/>
                </a:lnTo>
                <a:lnTo>
                  <a:pt x="772" y="290"/>
                </a:lnTo>
                <a:lnTo>
                  <a:pt x="778" y="288"/>
                </a:lnTo>
                <a:lnTo>
                  <a:pt x="788" y="286"/>
                </a:lnTo>
                <a:lnTo>
                  <a:pt x="788" y="286"/>
                </a:lnTo>
                <a:lnTo>
                  <a:pt x="778" y="278"/>
                </a:lnTo>
                <a:lnTo>
                  <a:pt x="768" y="270"/>
                </a:lnTo>
                <a:lnTo>
                  <a:pt x="758" y="264"/>
                </a:lnTo>
                <a:lnTo>
                  <a:pt x="748" y="260"/>
                </a:lnTo>
                <a:lnTo>
                  <a:pt x="738" y="258"/>
                </a:lnTo>
                <a:lnTo>
                  <a:pt x="728" y="258"/>
                </a:lnTo>
                <a:lnTo>
                  <a:pt x="718" y="260"/>
                </a:lnTo>
                <a:lnTo>
                  <a:pt x="708" y="262"/>
                </a:lnTo>
                <a:lnTo>
                  <a:pt x="698" y="266"/>
                </a:lnTo>
                <a:lnTo>
                  <a:pt x="688" y="270"/>
                </a:lnTo>
                <a:lnTo>
                  <a:pt x="670" y="284"/>
                </a:lnTo>
                <a:lnTo>
                  <a:pt x="652" y="302"/>
                </a:lnTo>
                <a:lnTo>
                  <a:pt x="636" y="324"/>
                </a:lnTo>
                <a:lnTo>
                  <a:pt x="622" y="348"/>
                </a:lnTo>
                <a:lnTo>
                  <a:pt x="608" y="374"/>
                </a:lnTo>
                <a:lnTo>
                  <a:pt x="598" y="402"/>
                </a:lnTo>
                <a:lnTo>
                  <a:pt x="590" y="430"/>
                </a:lnTo>
                <a:lnTo>
                  <a:pt x="586" y="460"/>
                </a:lnTo>
                <a:lnTo>
                  <a:pt x="584" y="488"/>
                </a:lnTo>
                <a:lnTo>
                  <a:pt x="584" y="514"/>
                </a:lnTo>
                <a:lnTo>
                  <a:pt x="590" y="538"/>
                </a:lnTo>
                <a:lnTo>
                  <a:pt x="590" y="538"/>
                </a:lnTo>
                <a:lnTo>
                  <a:pt x="600" y="514"/>
                </a:lnTo>
                <a:lnTo>
                  <a:pt x="616" y="488"/>
                </a:lnTo>
                <a:lnTo>
                  <a:pt x="634" y="462"/>
                </a:lnTo>
                <a:lnTo>
                  <a:pt x="656" y="436"/>
                </a:lnTo>
                <a:lnTo>
                  <a:pt x="682" y="412"/>
                </a:lnTo>
                <a:lnTo>
                  <a:pt x="694" y="402"/>
                </a:lnTo>
                <a:lnTo>
                  <a:pt x="710" y="394"/>
                </a:lnTo>
                <a:lnTo>
                  <a:pt x="724" y="386"/>
                </a:lnTo>
                <a:lnTo>
                  <a:pt x="740" y="378"/>
                </a:lnTo>
                <a:lnTo>
                  <a:pt x="756" y="374"/>
                </a:lnTo>
                <a:lnTo>
                  <a:pt x="772" y="370"/>
                </a:lnTo>
                <a:lnTo>
                  <a:pt x="772" y="370"/>
                </a:lnTo>
                <a:lnTo>
                  <a:pt x="794" y="370"/>
                </a:lnTo>
                <a:lnTo>
                  <a:pt x="816" y="372"/>
                </a:lnTo>
                <a:lnTo>
                  <a:pt x="836" y="376"/>
                </a:lnTo>
                <a:lnTo>
                  <a:pt x="854" y="386"/>
                </a:lnTo>
                <a:lnTo>
                  <a:pt x="860" y="390"/>
                </a:lnTo>
                <a:lnTo>
                  <a:pt x="868" y="396"/>
                </a:lnTo>
                <a:lnTo>
                  <a:pt x="874" y="404"/>
                </a:lnTo>
                <a:lnTo>
                  <a:pt x="878" y="412"/>
                </a:lnTo>
                <a:lnTo>
                  <a:pt x="882" y="420"/>
                </a:lnTo>
                <a:lnTo>
                  <a:pt x="882" y="430"/>
                </a:lnTo>
                <a:lnTo>
                  <a:pt x="882" y="440"/>
                </a:lnTo>
                <a:lnTo>
                  <a:pt x="882" y="452"/>
                </a:lnTo>
                <a:lnTo>
                  <a:pt x="882" y="452"/>
                </a:lnTo>
                <a:lnTo>
                  <a:pt x="878" y="458"/>
                </a:lnTo>
                <a:lnTo>
                  <a:pt x="874" y="464"/>
                </a:lnTo>
                <a:lnTo>
                  <a:pt x="868" y="470"/>
                </a:lnTo>
                <a:lnTo>
                  <a:pt x="860" y="476"/>
                </a:lnTo>
                <a:lnTo>
                  <a:pt x="854" y="478"/>
                </a:lnTo>
                <a:lnTo>
                  <a:pt x="846" y="476"/>
                </a:lnTo>
                <a:lnTo>
                  <a:pt x="842" y="470"/>
                </a:lnTo>
                <a:lnTo>
                  <a:pt x="838" y="458"/>
                </a:lnTo>
                <a:lnTo>
                  <a:pt x="838" y="458"/>
                </a:lnTo>
                <a:lnTo>
                  <a:pt x="840" y="454"/>
                </a:lnTo>
                <a:lnTo>
                  <a:pt x="844" y="454"/>
                </a:lnTo>
                <a:lnTo>
                  <a:pt x="850" y="454"/>
                </a:lnTo>
                <a:lnTo>
                  <a:pt x="856" y="456"/>
                </a:lnTo>
                <a:lnTo>
                  <a:pt x="862" y="460"/>
                </a:lnTo>
                <a:lnTo>
                  <a:pt x="862" y="460"/>
                </a:lnTo>
                <a:lnTo>
                  <a:pt x="868" y="446"/>
                </a:lnTo>
                <a:lnTo>
                  <a:pt x="868" y="432"/>
                </a:lnTo>
                <a:lnTo>
                  <a:pt x="864" y="420"/>
                </a:lnTo>
                <a:lnTo>
                  <a:pt x="858" y="410"/>
                </a:lnTo>
                <a:lnTo>
                  <a:pt x="850" y="400"/>
                </a:lnTo>
                <a:lnTo>
                  <a:pt x="840" y="392"/>
                </a:lnTo>
                <a:lnTo>
                  <a:pt x="830" y="386"/>
                </a:lnTo>
                <a:lnTo>
                  <a:pt x="820" y="384"/>
                </a:lnTo>
                <a:lnTo>
                  <a:pt x="820" y="384"/>
                </a:lnTo>
                <a:lnTo>
                  <a:pt x="800" y="380"/>
                </a:lnTo>
                <a:lnTo>
                  <a:pt x="782" y="380"/>
                </a:lnTo>
                <a:lnTo>
                  <a:pt x="762" y="384"/>
                </a:lnTo>
                <a:lnTo>
                  <a:pt x="746" y="388"/>
                </a:lnTo>
                <a:lnTo>
                  <a:pt x="728" y="394"/>
                </a:lnTo>
                <a:lnTo>
                  <a:pt x="712" y="404"/>
                </a:lnTo>
                <a:lnTo>
                  <a:pt x="698" y="414"/>
                </a:lnTo>
                <a:lnTo>
                  <a:pt x="682" y="424"/>
                </a:lnTo>
                <a:lnTo>
                  <a:pt x="668" y="436"/>
                </a:lnTo>
                <a:lnTo>
                  <a:pt x="656" y="450"/>
                </a:lnTo>
                <a:lnTo>
                  <a:pt x="634" y="478"/>
                </a:lnTo>
                <a:lnTo>
                  <a:pt x="618" y="506"/>
                </a:lnTo>
                <a:lnTo>
                  <a:pt x="604" y="532"/>
                </a:lnTo>
                <a:lnTo>
                  <a:pt x="604" y="532"/>
                </a:lnTo>
                <a:lnTo>
                  <a:pt x="608" y="534"/>
                </a:lnTo>
                <a:lnTo>
                  <a:pt x="610" y="534"/>
                </a:lnTo>
                <a:lnTo>
                  <a:pt x="618" y="532"/>
                </a:lnTo>
                <a:lnTo>
                  <a:pt x="626" y="528"/>
                </a:lnTo>
                <a:lnTo>
                  <a:pt x="630" y="530"/>
                </a:lnTo>
                <a:lnTo>
                  <a:pt x="632" y="532"/>
                </a:lnTo>
                <a:lnTo>
                  <a:pt x="632" y="532"/>
                </a:lnTo>
                <a:lnTo>
                  <a:pt x="632" y="540"/>
                </a:lnTo>
                <a:lnTo>
                  <a:pt x="626" y="544"/>
                </a:lnTo>
                <a:lnTo>
                  <a:pt x="620" y="544"/>
                </a:lnTo>
                <a:lnTo>
                  <a:pt x="612" y="544"/>
                </a:lnTo>
                <a:lnTo>
                  <a:pt x="612" y="544"/>
                </a:lnTo>
                <a:lnTo>
                  <a:pt x="616" y="554"/>
                </a:lnTo>
                <a:lnTo>
                  <a:pt x="618" y="566"/>
                </a:lnTo>
                <a:lnTo>
                  <a:pt x="618" y="576"/>
                </a:lnTo>
                <a:lnTo>
                  <a:pt x="618" y="586"/>
                </a:lnTo>
                <a:lnTo>
                  <a:pt x="614" y="594"/>
                </a:lnTo>
                <a:lnTo>
                  <a:pt x="610" y="604"/>
                </a:lnTo>
                <a:lnTo>
                  <a:pt x="604" y="610"/>
                </a:lnTo>
                <a:lnTo>
                  <a:pt x="596" y="616"/>
                </a:lnTo>
                <a:lnTo>
                  <a:pt x="596" y="616"/>
                </a:lnTo>
                <a:lnTo>
                  <a:pt x="616" y="620"/>
                </a:lnTo>
                <a:lnTo>
                  <a:pt x="634" y="618"/>
                </a:lnTo>
                <a:lnTo>
                  <a:pt x="648" y="614"/>
                </a:lnTo>
                <a:lnTo>
                  <a:pt x="662" y="608"/>
                </a:lnTo>
                <a:lnTo>
                  <a:pt x="674" y="598"/>
                </a:lnTo>
                <a:lnTo>
                  <a:pt x="684" y="588"/>
                </a:lnTo>
                <a:lnTo>
                  <a:pt x="700" y="562"/>
                </a:lnTo>
                <a:lnTo>
                  <a:pt x="716" y="536"/>
                </a:lnTo>
                <a:lnTo>
                  <a:pt x="726" y="522"/>
                </a:lnTo>
                <a:lnTo>
                  <a:pt x="736" y="510"/>
                </a:lnTo>
                <a:lnTo>
                  <a:pt x="746" y="500"/>
                </a:lnTo>
                <a:lnTo>
                  <a:pt x="760" y="492"/>
                </a:lnTo>
                <a:lnTo>
                  <a:pt x="774" y="486"/>
                </a:lnTo>
                <a:lnTo>
                  <a:pt x="792" y="482"/>
                </a:lnTo>
                <a:lnTo>
                  <a:pt x="792" y="482"/>
                </a:lnTo>
                <a:lnTo>
                  <a:pt x="804" y="482"/>
                </a:lnTo>
                <a:lnTo>
                  <a:pt x="818" y="484"/>
                </a:lnTo>
                <a:lnTo>
                  <a:pt x="830" y="486"/>
                </a:lnTo>
                <a:lnTo>
                  <a:pt x="842" y="490"/>
                </a:lnTo>
                <a:lnTo>
                  <a:pt x="854" y="496"/>
                </a:lnTo>
                <a:lnTo>
                  <a:pt x="864" y="502"/>
                </a:lnTo>
                <a:lnTo>
                  <a:pt x="874" y="510"/>
                </a:lnTo>
                <a:lnTo>
                  <a:pt x="882" y="518"/>
                </a:lnTo>
                <a:lnTo>
                  <a:pt x="898" y="536"/>
                </a:lnTo>
                <a:lnTo>
                  <a:pt x="908" y="558"/>
                </a:lnTo>
                <a:lnTo>
                  <a:pt x="916" y="580"/>
                </a:lnTo>
                <a:lnTo>
                  <a:pt x="918" y="604"/>
                </a:lnTo>
                <a:lnTo>
                  <a:pt x="918" y="604"/>
                </a:lnTo>
                <a:lnTo>
                  <a:pt x="918" y="618"/>
                </a:lnTo>
                <a:lnTo>
                  <a:pt x="916" y="630"/>
                </a:lnTo>
                <a:lnTo>
                  <a:pt x="910" y="656"/>
                </a:lnTo>
                <a:lnTo>
                  <a:pt x="900" y="680"/>
                </a:lnTo>
                <a:lnTo>
                  <a:pt x="886" y="700"/>
                </a:lnTo>
                <a:lnTo>
                  <a:pt x="870" y="720"/>
                </a:lnTo>
                <a:lnTo>
                  <a:pt x="850" y="736"/>
                </a:lnTo>
                <a:lnTo>
                  <a:pt x="830" y="748"/>
                </a:lnTo>
                <a:lnTo>
                  <a:pt x="810" y="758"/>
                </a:lnTo>
                <a:lnTo>
                  <a:pt x="810" y="758"/>
                </a:lnTo>
                <a:lnTo>
                  <a:pt x="814" y="732"/>
                </a:lnTo>
                <a:lnTo>
                  <a:pt x="816" y="716"/>
                </a:lnTo>
                <a:lnTo>
                  <a:pt x="816" y="700"/>
                </a:lnTo>
                <a:lnTo>
                  <a:pt x="816" y="700"/>
                </a:lnTo>
                <a:lnTo>
                  <a:pt x="822" y="702"/>
                </a:lnTo>
                <a:lnTo>
                  <a:pt x="828" y="704"/>
                </a:lnTo>
                <a:lnTo>
                  <a:pt x="842" y="704"/>
                </a:lnTo>
                <a:lnTo>
                  <a:pt x="856" y="700"/>
                </a:lnTo>
                <a:lnTo>
                  <a:pt x="866" y="692"/>
                </a:lnTo>
                <a:lnTo>
                  <a:pt x="874" y="682"/>
                </a:lnTo>
                <a:lnTo>
                  <a:pt x="876" y="676"/>
                </a:lnTo>
                <a:lnTo>
                  <a:pt x="878" y="672"/>
                </a:lnTo>
                <a:lnTo>
                  <a:pt x="878" y="666"/>
                </a:lnTo>
                <a:lnTo>
                  <a:pt x="876" y="660"/>
                </a:lnTo>
                <a:lnTo>
                  <a:pt x="872" y="654"/>
                </a:lnTo>
                <a:lnTo>
                  <a:pt x="866" y="648"/>
                </a:lnTo>
                <a:lnTo>
                  <a:pt x="866" y="648"/>
                </a:lnTo>
                <a:lnTo>
                  <a:pt x="854" y="648"/>
                </a:lnTo>
                <a:lnTo>
                  <a:pt x="842" y="648"/>
                </a:lnTo>
                <a:lnTo>
                  <a:pt x="832" y="652"/>
                </a:lnTo>
                <a:lnTo>
                  <a:pt x="826" y="656"/>
                </a:lnTo>
                <a:lnTo>
                  <a:pt x="826" y="656"/>
                </a:lnTo>
                <a:lnTo>
                  <a:pt x="836" y="660"/>
                </a:lnTo>
                <a:lnTo>
                  <a:pt x="846" y="662"/>
                </a:lnTo>
                <a:lnTo>
                  <a:pt x="856" y="664"/>
                </a:lnTo>
                <a:lnTo>
                  <a:pt x="860" y="668"/>
                </a:lnTo>
                <a:lnTo>
                  <a:pt x="862" y="672"/>
                </a:lnTo>
                <a:lnTo>
                  <a:pt x="862" y="672"/>
                </a:lnTo>
                <a:lnTo>
                  <a:pt x="862" y="682"/>
                </a:lnTo>
                <a:lnTo>
                  <a:pt x="858" y="688"/>
                </a:lnTo>
                <a:lnTo>
                  <a:pt x="854" y="690"/>
                </a:lnTo>
                <a:lnTo>
                  <a:pt x="848" y="692"/>
                </a:lnTo>
                <a:lnTo>
                  <a:pt x="832" y="690"/>
                </a:lnTo>
                <a:lnTo>
                  <a:pt x="816" y="688"/>
                </a:lnTo>
                <a:lnTo>
                  <a:pt x="816" y="688"/>
                </a:lnTo>
                <a:lnTo>
                  <a:pt x="804" y="662"/>
                </a:lnTo>
                <a:lnTo>
                  <a:pt x="798" y="650"/>
                </a:lnTo>
                <a:lnTo>
                  <a:pt x="790" y="640"/>
                </a:lnTo>
                <a:lnTo>
                  <a:pt x="780" y="630"/>
                </a:lnTo>
                <a:lnTo>
                  <a:pt x="770" y="622"/>
                </a:lnTo>
                <a:lnTo>
                  <a:pt x="758" y="614"/>
                </a:lnTo>
                <a:lnTo>
                  <a:pt x="744" y="610"/>
                </a:lnTo>
                <a:lnTo>
                  <a:pt x="744" y="610"/>
                </a:lnTo>
                <a:lnTo>
                  <a:pt x="766" y="598"/>
                </a:lnTo>
                <a:lnTo>
                  <a:pt x="790" y="586"/>
                </a:lnTo>
                <a:lnTo>
                  <a:pt x="800" y="578"/>
                </a:lnTo>
                <a:lnTo>
                  <a:pt x="808" y="568"/>
                </a:lnTo>
                <a:lnTo>
                  <a:pt x="812" y="558"/>
                </a:lnTo>
                <a:lnTo>
                  <a:pt x="814" y="552"/>
                </a:lnTo>
                <a:lnTo>
                  <a:pt x="812" y="544"/>
                </a:lnTo>
                <a:lnTo>
                  <a:pt x="812" y="544"/>
                </a:lnTo>
                <a:lnTo>
                  <a:pt x="810" y="536"/>
                </a:lnTo>
                <a:lnTo>
                  <a:pt x="806" y="530"/>
                </a:lnTo>
                <a:lnTo>
                  <a:pt x="802" y="526"/>
                </a:lnTo>
                <a:lnTo>
                  <a:pt x="796" y="524"/>
                </a:lnTo>
                <a:lnTo>
                  <a:pt x="788" y="522"/>
                </a:lnTo>
                <a:lnTo>
                  <a:pt x="780" y="524"/>
                </a:lnTo>
                <a:lnTo>
                  <a:pt x="772" y="524"/>
                </a:lnTo>
                <a:lnTo>
                  <a:pt x="764" y="528"/>
                </a:lnTo>
                <a:lnTo>
                  <a:pt x="756" y="532"/>
                </a:lnTo>
                <a:lnTo>
                  <a:pt x="750" y="538"/>
                </a:lnTo>
                <a:lnTo>
                  <a:pt x="742" y="544"/>
                </a:lnTo>
                <a:lnTo>
                  <a:pt x="738" y="552"/>
                </a:lnTo>
                <a:lnTo>
                  <a:pt x="734" y="560"/>
                </a:lnTo>
                <a:lnTo>
                  <a:pt x="732" y="568"/>
                </a:lnTo>
                <a:lnTo>
                  <a:pt x="730" y="578"/>
                </a:lnTo>
                <a:lnTo>
                  <a:pt x="732" y="588"/>
                </a:lnTo>
                <a:lnTo>
                  <a:pt x="732" y="588"/>
                </a:lnTo>
                <a:moveTo>
                  <a:pt x="882" y="588"/>
                </a:moveTo>
                <a:lnTo>
                  <a:pt x="882" y="588"/>
                </a:lnTo>
                <a:lnTo>
                  <a:pt x="880" y="580"/>
                </a:lnTo>
                <a:lnTo>
                  <a:pt x="876" y="574"/>
                </a:lnTo>
                <a:lnTo>
                  <a:pt x="872" y="568"/>
                </a:lnTo>
                <a:lnTo>
                  <a:pt x="866" y="566"/>
                </a:lnTo>
                <a:lnTo>
                  <a:pt x="860" y="564"/>
                </a:lnTo>
                <a:lnTo>
                  <a:pt x="854" y="564"/>
                </a:lnTo>
                <a:lnTo>
                  <a:pt x="838" y="568"/>
                </a:lnTo>
                <a:lnTo>
                  <a:pt x="824" y="576"/>
                </a:lnTo>
                <a:lnTo>
                  <a:pt x="810" y="586"/>
                </a:lnTo>
                <a:lnTo>
                  <a:pt x="802" y="600"/>
                </a:lnTo>
                <a:lnTo>
                  <a:pt x="798" y="606"/>
                </a:lnTo>
                <a:lnTo>
                  <a:pt x="798" y="612"/>
                </a:lnTo>
                <a:lnTo>
                  <a:pt x="798" y="612"/>
                </a:lnTo>
                <a:lnTo>
                  <a:pt x="804" y="610"/>
                </a:lnTo>
                <a:lnTo>
                  <a:pt x="810" y="606"/>
                </a:lnTo>
                <a:lnTo>
                  <a:pt x="818" y="598"/>
                </a:lnTo>
                <a:lnTo>
                  <a:pt x="830" y="590"/>
                </a:lnTo>
                <a:lnTo>
                  <a:pt x="836" y="586"/>
                </a:lnTo>
                <a:lnTo>
                  <a:pt x="844" y="586"/>
                </a:lnTo>
                <a:lnTo>
                  <a:pt x="844" y="586"/>
                </a:lnTo>
                <a:lnTo>
                  <a:pt x="850" y="590"/>
                </a:lnTo>
                <a:lnTo>
                  <a:pt x="854" y="598"/>
                </a:lnTo>
                <a:lnTo>
                  <a:pt x="856" y="606"/>
                </a:lnTo>
                <a:lnTo>
                  <a:pt x="854" y="616"/>
                </a:lnTo>
                <a:lnTo>
                  <a:pt x="854" y="616"/>
                </a:lnTo>
                <a:lnTo>
                  <a:pt x="848" y="620"/>
                </a:lnTo>
                <a:lnTo>
                  <a:pt x="842" y="622"/>
                </a:lnTo>
                <a:lnTo>
                  <a:pt x="826" y="626"/>
                </a:lnTo>
                <a:lnTo>
                  <a:pt x="812" y="628"/>
                </a:lnTo>
                <a:lnTo>
                  <a:pt x="806" y="630"/>
                </a:lnTo>
                <a:lnTo>
                  <a:pt x="800" y="634"/>
                </a:lnTo>
                <a:lnTo>
                  <a:pt x="800" y="634"/>
                </a:lnTo>
                <a:lnTo>
                  <a:pt x="816" y="636"/>
                </a:lnTo>
                <a:lnTo>
                  <a:pt x="832" y="634"/>
                </a:lnTo>
                <a:lnTo>
                  <a:pt x="846" y="630"/>
                </a:lnTo>
                <a:lnTo>
                  <a:pt x="858" y="626"/>
                </a:lnTo>
                <a:lnTo>
                  <a:pt x="868" y="618"/>
                </a:lnTo>
                <a:lnTo>
                  <a:pt x="876" y="610"/>
                </a:lnTo>
                <a:lnTo>
                  <a:pt x="880" y="600"/>
                </a:lnTo>
                <a:lnTo>
                  <a:pt x="882" y="588"/>
                </a:lnTo>
                <a:lnTo>
                  <a:pt x="882" y="588"/>
                </a:lnTo>
              </a:path>
            </a:pathLst>
          </a:custGeom>
          <a:solidFill>
            <a:schemeClr val="accent3"/>
          </a:solidFill>
          <a:ln w="9525">
            <a:noFill/>
            <a:round/>
          </a:ln>
        </p:spPr>
        <p:txBody>
          <a:bodyPr vert="horz" wrap="square" lIns="91440" tIns="45720" rIns="91440" bIns="45720" anchor="ctr">
            <a:noAutofit/>
          </a:bodyPr>
          <a:p>
            <a:pPr algn="ctr">
              <a:defRPr lang="ko-KR" altLang="en-US"/>
            </a:pPr>
            <a:endParaRPr lang="en-US" altLang="ko-KR"/>
          </a:p>
        </p:txBody>
      </p:sp>
      <p:sp>
        <p:nvSpPr>
          <p:cNvPr id="13" name=""/>
          <p:cNvSpPr/>
          <p:nvPr/>
        </p:nvSpPr>
        <p:spPr>
          <a:xfrm rot="16200000" flipH="1">
            <a:off x="4964916" y="2678916"/>
            <a:ext cx="6858000" cy="15001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pic>
        <p:nvPicPr>
          <p:cNvPr id="10" name="" descr="전통무늬.png"/>
          <p:cNvPicPr>
            <a:picLocks noChangeAspect="1"/>
          </p:cNvPicPr>
          <p:nvPr/>
        </p:nvPicPr>
        <p:blipFill rotWithShape="1">
          <a:blip r:embed="rId3">
            <a:alphaModFix/>
            <a:lum/>
          </a:blip>
          <a:srcRect/>
          <a:stretch>
            <a:fillRect/>
          </a:stretch>
        </p:blipFill>
        <p:spPr>
          <a:xfrm rot="16200000">
            <a:off x="4964916" y="2678916"/>
            <a:ext cx="6858000" cy="1500165"/>
          </a:xfrm>
          <a:prstGeom prst="rect">
            <a:avLst/>
          </a:prstGeom>
        </p:spPr>
      </p:pic>
      <p:sp>
        <p:nvSpPr>
          <p:cNvPr id="2" name=""/>
          <p:cNvSpPr>
            <a:spLocks noGrp="1"/>
          </p:cNvSpPr>
          <p:nvPr>
            <p:ph type="title" idx="0"/>
          </p:nvPr>
        </p:nvSpPr>
        <p:spPr>
          <a:xfrm>
            <a:off x="1017581" y="1071546"/>
            <a:ext cx="5537200" cy="1143000"/>
          </a:xfrm>
        </p:spPr>
        <p:txBody>
          <a:bodyPr/>
          <a:lstStyle>
            <a:lvl1pPr>
              <a:defRPr/>
            </a:lvl1pPr>
          </a:lstStyle>
          <a:p>
            <a:pPr lvl="0">
              <a:defRPr lang="ko-KR" altLang="en-US"/>
            </a:pPr>
            <a:r>
              <a:rPr lang="ko-KR" altLang="en-US"/>
              <a:t>마스터 제목 스타일 편집</a:t>
            </a:r>
            <a:endParaRPr lang="ko-KR" altLang="en-US"/>
          </a:p>
        </p:txBody>
      </p:sp>
      <p:sp>
        <p:nvSpPr>
          <p:cNvPr id="12" name=""/>
          <p:cNvSpPr>
            <a:spLocks noGrp="1"/>
          </p:cNvSpPr>
          <p:nvPr>
            <p:ph type="body" sz="quarter" idx="14"/>
          </p:nvPr>
        </p:nvSpPr>
        <p:spPr>
          <a:xfrm>
            <a:off x="1000099" y="2331244"/>
            <a:ext cx="4856399" cy="3812400"/>
          </a:xfrm>
        </p:spPr>
        <p:txBody>
          <a:bodyPr/>
          <a:lstStyle>
            <a:lvl1pPr>
              <a:lnSpc>
                <a:spcPct val="150000"/>
              </a:lnSpc>
              <a:defRPr/>
            </a:lvl1pPr>
          </a:lstStyle>
          <a:p>
            <a:pPr lvl="0">
              <a:defRPr lang="ko-KR" altLang="en-US"/>
            </a:pPr>
            <a:r>
              <a:rPr lang="ko-KR" altLang="en-US"/>
              <a:t>첫째 목차</a:t>
            </a:r>
            <a:endParaRPr lang="ko-KR" altLang="en-US"/>
          </a:p>
          <a:p>
            <a:pPr lvl="0">
              <a:defRPr lang="ko-KR" altLang="en-US"/>
            </a:pPr>
            <a:r>
              <a:rPr lang="ko-KR" altLang="en-US"/>
              <a:t>둘째 목차</a:t>
            </a:r>
            <a:endParaRPr lang="ko-KR" altLang="en-US"/>
          </a:p>
          <a:p>
            <a:pPr lvl="0">
              <a:defRPr lang="ko-KR" altLang="en-US"/>
            </a:pPr>
            <a:r>
              <a:rPr lang="ko-KR" altLang="en-US"/>
              <a:t>셋째 목차</a:t>
            </a:r>
            <a:endParaRPr lang="ko-KR" altLang="en-US"/>
          </a:p>
          <a:p>
            <a:pPr lvl="0">
              <a:defRPr lang="ko-KR" altLang="en-US"/>
            </a:pPr>
            <a:r>
              <a:rPr lang="ko-KR" altLang="en-US"/>
              <a:t>넷째 목차</a:t>
            </a:r>
            <a:endParaRPr lang="ko-KR" altLang="en-US"/>
          </a:p>
          <a:p>
            <a:pPr lvl="0">
              <a:defRPr lang="ko-KR" altLang="en-US"/>
            </a:pPr>
            <a:r>
              <a:rPr lang="ko-KR" altLang="en-US"/>
              <a:t>다섯째 목차</a:t>
            </a:r>
            <a:endParaRPr lang="ko-KR" altLang="en-US"/>
          </a:p>
        </p:txBody>
      </p:sp>
      <p:sp>
        <p:nvSpPr>
          <p:cNvPr id="4" name=""/>
          <p:cNvSpPr>
            <a:spLocks noGrp="1"/>
          </p:cNvSpPr>
          <p:nvPr>
            <p:ph type="dt" sz="half" idx="10"/>
          </p:nvPr>
        </p:nvSpPr>
        <p:spPr/>
        <p:txBody>
          <a:bodyPr/>
          <a:lstStyle/>
          <a:p>
            <a:pPr>
              <a:defRPr lang="ko-KR" altLang="en-US"/>
            </a:pPr>
            <a:fld id="{FB06951A-DFC6-465B-BC98-AE67730399A3}" type="datetime1">
              <a:rPr lang="ko-KR" altLang="en-US">
                <a:solidFill>
                  <a:srgbClr val="333300"/>
                </a:solidFill>
              </a:rPr>
              <a:pPr>
                <a:defRPr lang="ko-KR" altLang="en-US"/>
              </a:pPr>
              <a:t>2026-03-03</a:t>
            </a:fld>
            <a:endParaRPr lang="ko-KR" altLang="en-US">
              <a:solidFill>
                <a:srgbClr val="333300"/>
              </a:solidFill>
            </a:endParaRPr>
          </a:p>
        </p:txBody>
      </p:sp>
      <p:sp>
        <p:nvSpPr>
          <p:cNvPr id="5" name=""/>
          <p:cNvSpPr>
            <a:spLocks noGrp="1"/>
          </p:cNvSpPr>
          <p:nvPr>
            <p:ph type="ftr" sz="quarter" idx="11"/>
          </p:nvPr>
        </p:nvSpPr>
        <p:spPr/>
        <p:txBody>
          <a:bodyPr/>
          <a:lstStyle/>
          <a:p>
            <a:pPr>
              <a:defRPr lang="ko-KR" altLang="en-US"/>
            </a:pPr>
            <a:r>
              <a:rPr lang="ko-KR" altLang="en-US">
                <a:solidFill>
                  <a:srgbClr val="333300"/>
                </a:solidFill>
              </a:rPr>
              <a:t/>
            </a:r>
            <a:endParaRPr lang="ko-KR" altLang="en-US">
              <a:solidFill>
                <a:srgbClr val="333300"/>
              </a:solidFill>
            </a:endParaRPr>
          </a:p>
        </p:txBody>
      </p:sp>
      <p:sp>
        <p:nvSpPr>
          <p:cNvPr id="6" name=""/>
          <p:cNvSpPr>
            <a:spLocks noGrp="1"/>
          </p:cNvSpPr>
          <p:nvPr>
            <p:ph type="sldNum" sz="quarter" idx="12"/>
          </p:nvPr>
        </p:nvSpPr>
        <p:spPr/>
        <p:txBody>
          <a:bodyPr/>
          <a:lstStyle/>
          <a:p>
            <a:pPr>
              <a:defRPr lang="ko-KR" altLang="en-US"/>
            </a:pPr>
            <a:fld id="{DF28FB93-0A08-4E7D-8E63-9EFA29F1E093}" type="slidenum">
              <a:rPr lang="ko-KR" altLang="en-US">
                <a:solidFill>
                  <a:srgbClr val="333300"/>
                </a:solidFill>
              </a:rPr>
              <a:pPr>
                <a:defRPr lang="ko-KR" altLang="en-US"/>
              </a:pPr>
              <a:t>‹#›</a:t>
            </a:fld>
            <a:endParaRPr lang="ko-KR" altLang="en-US">
              <a:solidFill>
                <a:srgbClr val="333300"/>
              </a:solidFill>
            </a:endParaRPr>
          </a:p>
        </p:txBody>
      </p:sp>
    </p:spTree>
  </p:cSld>
  <p:clrMapOvr>
    <a:masterClrMapping/>
  </p:clrMapOvr>
  <p:transition xmlns:mc="http://schemas.openxmlformats.org/markup-compatibility/2006" xmlns:hp="http://schemas.haansoft.com/office/presentation/8.0" mc:Ignorable="hp" hp:hslDur="500"/>
</p:sldLayout>
</file>

<file path=ppt/slideLayouts/slideLayout12.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1" matchingName="세로 제목 및 본문" type="vertTitleAndTx" preserve="1">
  <p:cSld name="세로 제목 및 본문">
    <p:spTree>
      <p:nvGrpSpPr>
        <p:cNvPr id="1" name=""/>
        <p:cNvGrpSpPr/>
        <p:nvPr/>
      </p:nvGrpSpPr>
      <p:grpSpPr>
        <a:xfrm>
          <a:off x="0" y="0"/>
          <a:ext cx="0" cy="0"/>
          <a:chOff x="0" y="0"/>
          <a:chExt cx="0" cy="0"/>
        </a:xfrm>
      </p:grpSpPr>
      <p:sp>
        <p:nvSpPr>
          <p:cNvPr id="2" name=""/>
          <p:cNvSpPr>
            <a:spLocks noGrp="1"/>
          </p:cNvSpPr>
          <p:nvPr>
            <p:ph type="title" orient="vert" idx="0"/>
          </p:nvPr>
        </p:nvSpPr>
        <p:spPr>
          <a:xfrm>
            <a:off x="8143900" y="274638"/>
            <a:ext cx="828651" cy="5851525"/>
          </a:xfrm>
        </p:spPr>
        <p:txBody>
          <a:bodyPr vert="eaVert"/>
          <a:lstStyle/>
          <a:p>
            <a:pPr lvl="0">
              <a:defRPr lang="ko-KR" altLang="en-US"/>
            </a:pPr>
            <a:r>
              <a:rPr lang="ko-KR" altLang="en-US"/>
              <a:t>마스터 제목 스타일 편집</a:t>
            </a:r>
            <a:endParaRPr lang="ko-KR" altLang="en-US"/>
          </a:p>
        </p:txBody>
      </p:sp>
      <p:sp>
        <p:nvSpPr>
          <p:cNvPr id="3" name=""/>
          <p:cNvSpPr>
            <a:spLocks noGrp="1"/>
          </p:cNvSpPr>
          <p:nvPr>
            <p:ph type="body" orient="vert" idx="1"/>
          </p:nvPr>
        </p:nvSpPr>
        <p:spPr>
          <a:xfrm>
            <a:off x="457198" y="274638"/>
            <a:ext cx="7534274" cy="5851525"/>
          </a:xfrm>
        </p:spPr>
        <p:txBody>
          <a:bodyPr vert="eaVert"/>
          <a:lstStyle>
            <a:lvl1pPr>
              <a:defRPr sz="2600"/>
            </a:lvl1pPr>
            <a:lvl2pPr/>
            <a:lvl3pPr/>
            <a:lvl4pPr/>
            <a:lvl5pPr/>
            <a:lvl6pPr/>
            <a:lvl7pPr/>
            <a:lvl8pPr/>
            <a:lvl9pPr/>
          </a:lstStyle>
          <a:p>
            <a:pPr lvl="0">
              <a:defRPr lang="ko-KR" altLang="en-US"/>
            </a:pPr>
            <a:r>
              <a:rPr lang="ko-KR" altLang="en-US"/>
              <a:t>마스터 텍스트 스타일을 편집합니다</a:t>
            </a:r>
            <a:endParaRPr lang="ko-KR" altLang="en-US"/>
          </a:p>
          <a:p>
            <a:pPr lvl="1">
              <a:defRPr lang="ko-KR" altLang="en-US"/>
            </a:pPr>
            <a:r>
              <a:rPr lang="ko-KR" altLang="en-US"/>
              <a:t>둘째 수준</a:t>
            </a:r>
            <a:endParaRPr lang="ko-KR" altLang="en-US"/>
          </a:p>
          <a:p>
            <a:pPr lvl="2">
              <a:defRPr lang="ko-KR" altLang="en-US"/>
            </a:pPr>
            <a:r>
              <a:rPr lang="ko-KR" altLang="en-US"/>
              <a:t>셋째 수준</a:t>
            </a:r>
            <a:endParaRPr lang="ko-KR" altLang="en-US"/>
          </a:p>
          <a:p>
            <a:pPr lvl="3">
              <a:defRPr lang="ko-KR" altLang="en-US"/>
            </a:pPr>
            <a:r>
              <a:rPr lang="ko-KR" altLang="en-US"/>
              <a:t>넷째 수준</a:t>
            </a:r>
            <a:endParaRPr lang="ko-KR" altLang="en-US"/>
          </a:p>
          <a:p>
            <a:pPr lvl="4">
              <a:defRPr lang="ko-KR" altLang="en-US"/>
            </a:pPr>
            <a:r>
              <a:rPr lang="ko-KR" altLang="en-US"/>
              <a:t>다섯째 수준</a:t>
            </a:r>
            <a:endParaRPr lang="ko-KR" altLang="en-US"/>
          </a:p>
        </p:txBody>
      </p:sp>
      <p:sp>
        <p:nvSpPr>
          <p:cNvPr id="4" name=""/>
          <p:cNvSpPr>
            <a:spLocks noGrp="1"/>
          </p:cNvSpPr>
          <p:nvPr>
            <p:ph type="dt" sz="half" idx="10"/>
          </p:nvPr>
        </p:nvSpPr>
        <p:spPr/>
        <p:txBody>
          <a:bodyPr/>
          <a:lstStyle/>
          <a:p>
            <a:pPr>
              <a:defRPr lang="ko-KR" altLang="en-US"/>
            </a:pPr>
            <a:fld id="{702257ED-DB66-4A32-9C20-F574EB5057BD}" type="datetime1">
              <a:rPr lang="ko-KR" altLang="en-US"/>
              <a:pPr>
                <a:defRPr lang="ko-KR" altLang="en-US"/>
              </a:pPr>
              <a:t>2026-03-03</a:t>
            </a:fld>
            <a:endParaRPr lang="ko-KR" altLang="en-US"/>
          </a:p>
        </p:txBody>
      </p:sp>
      <p:sp>
        <p:nvSpPr>
          <p:cNvPr id="5" name=""/>
          <p:cNvSpPr>
            <a:spLocks noGrp="1"/>
          </p:cNvSpPr>
          <p:nvPr>
            <p:ph type="ftr" sz="quarter" idx="11"/>
          </p:nvPr>
        </p:nvSpPr>
        <p:spPr/>
        <p:txBody>
          <a:bodyPr/>
          <a:lstStyle/>
          <a:p>
            <a:pPr>
              <a:defRPr lang="ko-KR" altLang="en-US"/>
            </a:pPr>
            <a:r>
              <a:rPr lang="ko-KR" altLang="en-US"/>
              <a:t/>
            </a:r>
            <a:endParaRPr lang="ko-KR" altLang="en-US"/>
          </a:p>
        </p:txBody>
      </p:sp>
      <p:sp>
        <p:nvSpPr>
          <p:cNvPr id="6" name=""/>
          <p:cNvSpPr>
            <a:spLocks noGrp="1"/>
          </p:cNvSpPr>
          <p:nvPr>
            <p:ph type="sldNum" sz="quarter" idx="12"/>
          </p:nvPr>
        </p:nvSpPr>
        <p:spPr/>
        <p:txBody>
          <a:bodyPr/>
          <a:lstStyle/>
          <a:p>
            <a:pPr>
              <a:defRPr lang="ko-KR" altLang="en-US"/>
            </a:pPr>
            <a:fld id="{8B465522-6C4F-4037-8996-A58E20AA83E8}" type="slidenum">
              <a:rPr lang="ko-KR" altLang="en-US"/>
              <a:pPr>
                <a:defRPr lang="ko-KR" altLang="en-US"/>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theme" Target="../theme/theme1.xml"  /><Relationship Id="rId14" Type="http://schemas.openxmlformats.org/officeDocument/2006/relationships/image" Target="../media/image5.png"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나비">
    <p:bg>
      <p:bgRef idx="1003">
        <a:schemeClr val="bg1"/>
      </p:bgRef>
    </p:bg>
    <p:spTree>
      <p:nvGrpSpPr>
        <p:cNvPr id="1" name=""/>
        <p:cNvGrpSpPr/>
        <p:nvPr/>
      </p:nvGrpSpPr>
      <p:grpSpPr>
        <a:xfrm>
          <a:off x="0" y="0"/>
          <a:ext cx="0" cy="0"/>
          <a:chOff x="0" y="0"/>
          <a:chExt cx="0" cy="0"/>
        </a:xfrm>
      </p:grpSpPr>
      <p:pic>
        <p:nvPicPr>
          <p:cNvPr id="13" name="" descr="꽃02.png"/>
          <p:cNvPicPr/>
          <p:nvPr/>
        </p:nvPicPr>
        <p:blipFill rotWithShape="1">
          <a:blip r:embed="rId14">
            <a:alphaModFix/>
            <a:duotone>
              <a:prstClr val="black"/>
              <a:schemeClr val="accent3">
                <a:tint val="45000"/>
                <a:satMod val="400000"/>
              </a:schemeClr>
            </a:duotone>
            <a:lum bright="10000" contrast="20000"/>
          </a:blip>
          <a:stretch>
            <a:fillRect/>
          </a:stretch>
        </p:blipFill>
        <p:spPr>
          <a:xfrm>
            <a:off x="7708510" y="4669717"/>
            <a:ext cx="1435488" cy="2188283"/>
          </a:xfrm>
          <a:prstGeom prst="rect">
            <a:avLst/>
          </a:prstGeom>
          <a:noFill/>
          <a:ln>
            <a:noFill/>
          </a:ln>
        </p:spPr>
      </p:pic>
      <p:sp>
        <p:nvSpPr>
          <p:cNvPr id="2" name=""/>
          <p:cNvSpPr>
            <a:spLocks noGrp="1"/>
          </p:cNvSpPr>
          <p:nvPr>
            <p:ph type="title" idx="0"/>
          </p:nvPr>
        </p:nvSpPr>
        <p:spPr>
          <a:xfrm>
            <a:off x="457199" y="384159"/>
            <a:ext cx="8229599" cy="758841"/>
          </a:xfrm>
          <a:prstGeom prst="rect">
            <a:avLst/>
          </a:prstGeom>
        </p:spPr>
        <p:txBody>
          <a:bodyPr vert="horz" lIns="91440" tIns="45720" rIns="91440" bIns="45720" anchor="ctr">
            <a:noAutofit/>
          </a:bodyPr>
          <a:lstStyle/>
          <a:p>
            <a:pPr lvl="0">
              <a:defRPr lang="ko-KR" altLang="en-US"/>
            </a:pPr>
            <a:r>
              <a:rPr lang="ko-KR" altLang="en-US"/>
              <a:t>마스터 제목 스타일 편집</a:t>
            </a:r>
            <a:endParaRPr lang="ko-KR" altLang="en-US"/>
          </a:p>
        </p:txBody>
      </p:sp>
      <p:sp>
        <p:nvSpPr>
          <p:cNvPr id="3" name=""/>
          <p:cNvSpPr>
            <a:spLocks noGrp="1"/>
          </p:cNvSpPr>
          <p:nvPr>
            <p:ph type="body" idx="1"/>
          </p:nvPr>
        </p:nvSpPr>
        <p:spPr>
          <a:xfrm>
            <a:off x="457199" y="1230085"/>
            <a:ext cx="8229599" cy="4896077"/>
          </a:xfrm>
          <a:prstGeom prst="rect">
            <a:avLst/>
          </a:prstGeom>
        </p:spPr>
        <p:txBody>
          <a:bodyPr vert="horz" lIns="91440" tIns="45720" rIns="91440" bIns="45720"/>
          <a:lstStyle/>
          <a:p>
            <a:pPr lvl="0">
              <a:defRPr lang="ko-KR" altLang="en-US"/>
            </a:pPr>
            <a:r>
              <a:rPr lang="ko-KR" altLang="en-US"/>
              <a:t>마스터 텍스트 스타일을 편집합니다</a:t>
            </a:r>
            <a:endParaRPr lang="ko-KR" altLang="en-US"/>
          </a:p>
          <a:p>
            <a:pPr lvl="1">
              <a:defRPr lang="ko-KR" altLang="en-US"/>
            </a:pPr>
            <a:r>
              <a:rPr lang="ko-KR" altLang="en-US"/>
              <a:t>둘째 수준</a:t>
            </a:r>
            <a:endParaRPr lang="ko-KR" altLang="en-US"/>
          </a:p>
          <a:p>
            <a:pPr lvl="2">
              <a:defRPr lang="ko-KR" altLang="en-US"/>
            </a:pPr>
            <a:r>
              <a:rPr lang="ko-KR" altLang="en-US"/>
              <a:t>셋째 수준</a:t>
            </a:r>
            <a:endParaRPr lang="ko-KR" altLang="en-US"/>
          </a:p>
          <a:p>
            <a:pPr lvl="3">
              <a:defRPr lang="ko-KR" altLang="en-US"/>
            </a:pPr>
            <a:r>
              <a:rPr lang="ko-KR" altLang="en-US"/>
              <a:t>넷째 수준</a:t>
            </a:r>
            <a:endParaRPr lang="ko-KR" altLang="en-US"/>
          </a:p>
          <a:p>
            <a:pPr lvl="4">
              <a:defRPr lang="ko-KR" altLang="en-US"/>
            </a:pPr>
            <a:r>
              <a:rPr lang="ko-KR" altLang="en-US"/>
              <a:t>다섯째 수준</a:t>
            </a:r>
            <a:endParaRPr lang="ko-KR" altLang="en-US"/>
          </a:p>
        </p:txBody>
      </p:sp>
      <p:sp>
        <p:nvSpPr>
          <p:cNvPr id="4" name=""/>
          <p:cNvSpPr>
            <a:spLocks noGrp="1"/>
          </p:cNvSpPr>
          <p:nvPr>
            <p:ph type="dt" sz="half" idx="2"/>
          </p:nvPr>
        </p:nvSpPr>
        <p:spPr>
          <a:xfrm>
            <a:off x="457199" y="6356350"/>
            <a:ext cx="2133599" cy="365125"/>
          </a:xfrm>
          <a:prstGeom prst="rect">
            <a:avLst/>
          </a:prstGeom>
        </p:spPr>
        <p:txBody>
          <a:bodyPr vert="horz" lIns="91440" tIns="45720" rIns="91440" bIns="45720" anchor="ctr"/>
          <a:lstStyle>
            <a:lvl1pPr algn="l">
              <a:defRPr sz="1200">
                <a:solidFill>
                  <a:schemeClr val="accent5">
                    <a:lumMod val="50000"/>
                  </a:schemeClr>
                </a:solidFill>
              </a:defRPr>
            </a:lvl1pPr>
          </a:lstStyle>
          <a:p>
            <a:pPr>
              <a:defRPr lang="ko-KR" altLang="en-US"/>
            </a:pPr>
            <a:fld id="{0F7B6038-D81C-430C-BBDD-B369DD43E7B7}" type="datetime1">
              <a:rPr lang="ko-KR" altLang="en-US"/>
              <a:pPr>
                <a:defRPr lang="ko-KR" altLang="en-US"/>
              </a:pPr>
              <a:t>2026-03-03</a:t>
            </a:fld>
            <a:endParaRPr lang="ko-KR" altLang="en-US"/>
          </a:p>
        </p:txBody>
      </p:sp>
      <p:sp>
        <p:nvSpPr>
          <p:cNvPr id="5" name=""/>
          <p:cNvSpPr>
            <a:spLocks noGrp="1"/>
          </p:cNvSpPr>
          <p:nvPr>
            <p:ph type="ftr" sz="quarter" idx="3"/>
          </p:nvPr>
        </p:nvSpPr>
        <p:spPr>
          <a:xfrm>
            <a:off x="3124199" y="6356350"/>
            <a:ext cx="2895599" cy="365125"/>
          </a:xfrm>
          <a:prstGeom prst="rect">
            <a:avLst/>
          </a:prstGeom>
        </p:spPr>
        <p:txBody>
          <a:bodyPr vert="horz" lIns="91440" tIns="45720" rIns="91440" bIns="45720" anchor="ctr"/>
          <a:lstStyle>
            <a:lvl1pPr algn="ctr">
              <a:defRPr sz="1200">
                <a:solidFill>
                  <a:schemeClr val="accent5">
                    <a:lumMod val="50000"/>
                  </a:schemeClr>
                </a:solidFill>
              </a:defRPr>
            </a:lvl1pPr>
          </a:lstStyle>
          <a:p>
            <a:pPr>
              <a:defRPr lang="ko-KR" altLang="en-US"/>
            </a:pPr>
            <a:r>
              <a:rPr lang="ko-KR" altLang="en-US"/>
              <a:t/>
            </a:r>
            <a:endParaRPr lang="ko-KR" altLang="en-US"/>
          </a:p>
        </p:txBody>
      </p:sp>
      <p:sp>
        <p:nvSpPr>
          <p:cNvPr id="6" name=""/>
          <p:cNvSpPr>
            <a:spLocks noGrp="1"/>
          </p:cNvSpPr>
          <p:nvPr>
            <p:ph type="sldNum" sz="quarter" idx="4"/>
          </p:nvPr>
        </p:nvSpPr>
        <p:spPr>
          <a:xfrm>
            <a:off x="6553199" y="6356350"/>
            <a:ext cx="2133599" cy="365125"/>
          </a:xfrm>
          <a:prstGeom prst="rect">
            <a:avLst/>
          </a:prstGeom>
          <a:noFill/>
        </p:spPr>
        <p:txBody>
          <a:bodyPr vert="horz" lIns="91440" tIns="45720" rIns="91440" bIns="45720" anchor="ctr"/>
          <a:lstStyle>
            <a:lvl1pPr algn="r">
              <a:defRPr sz="1200">
                <a:solidFill>
                  <a:schemeClr val="accent5">
                    <a:lumMod val="50000"/>
                  </a:schemeClr>
                </a:solidFill>
              </a:defRPr>
            </a:lvl1pPr>
          </a:lstStyle>
          <a:p>
            <a:pPr>
              <a:defRPr lang="ko-KR" altLang="en-US"/>
            </a:pPr>
            <a:fld id="{2C44E7A2-E421-4CB3-85A8-7A035C1FC4D7}" type="slidenum">
              <a:rPr lang="ko-KR" altLang="en-US"/>
              <a:pPr>
                <a:defRPr lang="ko-KR" altLang="en-US"/>
              </a:pPr>
              <a:t>‹#›</a:t>
            </a:fld>
            <a:endParaRPr lang="ko-KR" altLang="en-US"/>
          </a:p>
        </p:txBody>
      </p:sp>
      <p:grpSp>
        <p:nvGrpSpPr>
          <p:cNvPr id="7" name=""/>
          <p:cNvGrpSpPr/>
          <p:nvPr/>
        </p:nvGrpSpPr>
        <p:grpSpPr>
          <a:xfrm rot="0">
            <a:off x="0" y="0"/>
            <a:ext cx="9143999" cy="250800"/>
            <a:chOff x="0" y="0"/>
            <a:chExt cx="9144000" cy="250800"/>
          </a:xfrm>
        </p:grpSpPr>
        <p:sp>
          <p:nvSpPr>
            <p:cNvPr id="11" name=""/>
            <p:cNvSpPr/>
            <p:nvPr/>
          </p:nvSpPr>
          <p:spPr>
            <a:xfrm flipH="1">
              <a:off x="0" y="38100"/>
              <a:ext cx="8715404" cy="212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sp>
          <p:nvSpPr>
            <p:cNvPr id="12" name=""/>
            <p:cNvSpPr/>
            <p:nvPr/>
          </p:nvSpPr>
          <p:spPr>
            <a:xfrm flipH="1">
              <a:off x="0" y="0"/>
              <a:ext cx="9144000" cy="139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lang="ko-KR" altLang="en-US"/>
              </a:pPr>
              <a:endParaRPr lang="en-US" altLang="ko-KR"/>
            </a:p>
          </p:txBody>
        </p:sp>
      </p:grpSp>
    </p:spTree>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Lst>
  <p:transition xmlns:mc="http://schemas.openxmlformats.org/markup-compatibility/2006" xmlns:hp="http://schemas.haansoft.com/office/presentation/8.0" mc:Ignorable="hp" hp:hslDur="500"/>
  <p:hf sldNum="0" hdr="0" ftr="0" dt="0"/>
  <p:txStyles>
    <p:titleStyle>
      <a:lvl1pPr algn="l" defTabSz="914400" rtl="0" eaLnBrk="1" latinLnBrk="1" hangingPunct="1">
        <a:spcBef>
          <a:spcPct val="0"/>
        </a:spcBef>
        <a:buNone/>
        <a:defRPr sz="4000" kern="1200">
          <a:solidFill>
            <a:schemeClr val="accent5">
              <a:lumMod val="50000"/>
            </a:schemeClr>
          </a:solidFill>
          <a:latin typeface="+mj-lt"/>
          <a:ea typeface="+mj-ea"/>
          <a:cs typeface="+mj-cs"/>
        </a:defRPr>
      </a:lvl1pPr>
    </p:titleStyle>
    <p:bodyStyle>
      <a:lvl1pPr marL="342900" indent="-342900" algn="l" defTabSz="914400" rtl="0" eaLnBrk="1" latinLnBrk="1" hangingPunct="1">
        <a:spcBef>
          <a:spcPct val="20000"/>
        </a:spcBef>
        <a:buClr>
          <a:schemeClr val="accent4"/>
        </a:buClr>
        <a:buSzPct val="80000"/>
        <a:buFont typeface="Wingdings"/>
        <a:buChar char=""/>
        <a:defRPr sz="2800" kern="1200">
          <a:solidFill>
            <a:schemeClr val="tx1"/>
          </a:solidFill>
          <a:latin typeface="+mn-lt"/>
          <a:ea typeface="+mn-ea"/>
          <a:cs typeface="+mn-cs"/>
        </a:defRPr>
      </a:lvl1pPr>
      <a:lvl2pPr marL="742950" indent="-285750" algn="l" defTabSz="914400" rtl="0" eaLnBrk="1" latinLnBrk="1" hangingPunct="1">
        <a:spcBef>
          <a:spcPct val="20000"/>
        </a:spcBef>
        <a:buClr>
          <a:schemeClr val="accent1"/>
        </a:buClr>
        <a:buSzPct val="80000"/>
        <a:buFont typeface="Wingdings"/>
        <a:buChar char=""/>
        <a:defRPr sz="2400" kern="1200">
          <a:solidFill>
            <a:schemeClr val="tx1"/>
          </a:solidFill>
          <a:latin typeface="+mn-lt"/>
          <a:ea typeface="+mn-ea"/>
          <a:cs typeface="+mn-cs"/>
        </a:defRPr>
      </a:lvl2pPr>
      <a:lvl3pPr marL="1143000" indent="-228600" algn="l" defTabSz="914400" rtl="0" eaLnBrk="1" latinLnBrk="1" hangingPunct="1">
        <a:spcBef>
          <a:spcPct val="20000"/>
        </a:spcBef>
        <a:buClr>
          <a:schemeClr val="accent2"/>
        </a:buClr>
        <a:buSzPct val="80000"/>
        <a:buFont typeface="Wingdings"/>
        <a:buChar char=""/>
        <a:defRPr sz="2000" kern="1200">
          <a:solidFill>
            <a:schemeClr val="tx1"/>
          </a:solidFill>
          <a:latin typeface="+mn-lt"/>
          <a:ea typeface="+mn-ea"/>
          <a:cs typeface="+mn-cs"/>
        </a:defRPr>
      </a:lvl3pPr>
      <a:lvl4pPr marL="1600200" indent="-228600" algn="l" defTabSz="914400" rtl="0" eaLnBrk="1" latinLnBrk="1" hangingPunct="1">
        <a:spcBef>
          <a:spcPct val="20000"/>
        </a:spcBef>
        <a:buClr>
          <a:schemeClr val="bg1">
            <a:lumMod val="50000"/>
          </a:schemeClr>
        </a:buClr>
        <a:buSzPct val="80000"/>
        <a:buFont typeface="Wingdings"/>
        <a:buChar char="§"/>
        <a:defRPr sz="1800" kern="1200">
          <a:solidFill>
            <a:schemeClr val="tx1"/>
          </a:solidFill>
          <a:latin typeface="+mn-lt"/>
          <a:ea typeface="+mn-ea"/>
          <a:cs typeface="+mn-cs"/>
        </a:defRPr>
      </a:lvl4pPr>
      <a:lvl5pPr marL="2057400" indent="-228600" algn="l" defTabSz="914400" rtl="0" eaLnBrk="1" latinLnBrk="1" hangingPunct="1">
        <a:spcBef>
          <a:spcPct val="20000"/>
        </a:spcBef>
        <a:buClr>
          <a:schemeClr val="bg1">
            <a:lumMod val="50000"/>
          </a:schemeClr>
        </a:buClr>
        <a:buSzPct val="100000"/>
        <a:buFont typeface="Arial"/>
        <a:buChar char="•"/>
        <a:defRPr sz="1800" kern="1200">
          <a:solidFill>
            <a:schemeClr val="tx1"/>
          </a:solidFill>
          <a:latin typeface="+mn-lt"/>
          <a:ea typeface="+mn-ea"/>
          <a:cs typeface="+mn-cs"/>
        </a:defRPr>
      </a:lvl5pPr>
      <a:lvl6pPr marL="2333625" indent="-180975" algn="l" defTabSz="914400" rtl="0" eaLnBrk="1" latinLnBrk="1" hangingPunct="1">
        <a:spcBef>
          <a:spcPct val="20000"/>
        </a:spcBef>
        <a:buClr>
          <a:schemeClr val="bg1">
            <a:lumMod val="50000"/>
          </a:schemeClr>
        </a:buClr>
        <a:buFont typeface="Arial"/>
        <a:buChar char="•"/>
        <a:defRPr sz="1800" kern="1200">
          <a:solidFill>
            <a:schemeClr val="tx1"/>
          </a:solidFill>
          <a:latin typeface="+mn-lt"/>
          <a:ea typeface="+mn-ea"/>
          <a:cs typeface="+mn-cs"/>
        </a:defRPr>
      </a:lvl6pPr>
      <a:lvl7pPr marL="2600325" indent="-180975" algn="l" defTabSz="914400" rtl="0" eaLnBrk="1" latinLnBrk="1" hangingPunct="1">
        <a:spcBef>
          <a:spcPct val="20000"/>
        </a:spcBef>
        <a:buClr>
          <a:schemeClr val="bg1">
            <a:lumMod val="50000"/>
          </a:schemeClr>
        </a:buClr>
        <a:buFont typeface="Arial"/>
        <a:buChar char="•"/>
        <a:defRPr sz="1800" kern="1200">
          <a:solidFill>
            <a:schemeClr val="tx1"/>
          </a:solidFill>
          <a:latin typeface="+mn-lt"/>
          <a:ea typeface="+mn-ea"/>
          <a:cs typeface="+mn-cs"/>
        </a:defRPr>
      </a:lvl7pPr>
      <a:lvl8pPr marL="2867025" indent="-171450" algn="l" defTabSz="914400" rtl="0" eaLnBrk="1" latinLnBrk="1" hangingPunct="1">
        <a:spcBef>
          <a:spcPct val="20000"/>
        </a:spcBef>
        <a:buClr>
          <a:schemeClr val="bg1">
            <a:lumMod val="50000"/>
          </a:schemeClr>
        </a:buClr>
        <a:buFont typeface="Arial"/>
        <a:buChar char="•"/>
        <a:defRPr sz="1800" kern="1200">
          <a:solidFill>
            <a:schemeClr val="tx1"/>
          </a:solidFill>
          <a:latin typeface="+mn-lt"/>
          <a:ea typeface="+mn-ea"/>
          <a:cs typeface="+mn-cs"/>
        </a:defRPr>
      </a:lvl8pPr>
      <a:lvl9pPr marL="3143250" indent="-180975" algn="l" defTabSz="914400" rtl="0" eaLnBrk="1" latinLnBrk="1" hangingPunct="1">
        <a:spcBef>
          <a:spcPct val="20000"/>
        </a:spcBef>
        <a:buClr>
          <a:schemeClr val="bg1">
            <a:lumMod val="50000"/>
          </a:schemeClr>
        </a:buClr>
        <a:buFont typeface="Arial"/>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10.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  /><Relationship Id="rId10" Type="http://schemas.openxmlformats.org/officeDocument/2006/relationships/image" Target="../media/image18.png"  /><Relationship Id="rId2" Type="http://schemas.openxmlformats.org/officeDocument/2006/relationships/comments" Target="../comments/comment1.xml"  /><Relationship Id="rId3" Type="http://schemas.openxmlformats.org/officeDocument/2006/relationships/image" Target="../media/image11.jpeg"  /><Relationship Id="rId4" Type="http://schemas.openxmlformats.org/officeDocument/2006/relationships/image" Target="../media/image12.jpeg"  /><Relationship Id="rId5" Type="http://schemas.openxmlformats.org/officeDocument/2006/relationships/image" Target="../media/image13.jpeg"  /><Relationship Id="rId6" Type="http://schemas.openxmlformats.org/officeDocument/2006/relationships/image" Target="../media/image14.jpeg"  /><Relationship Id="rId7" Type="http://schemas.openxmlformats.org/officeDocument/2006/relationships/image" Target="../media/image15.png"  /><Relationship Id="rId8" Type="http://schemas.openxmlformats.org/officeDocument/2006/relationships/image" Target="../media/image16.jpeg"  /><Relationship Id="rId9" Type="http://schemas.openxmlformats.org/officeDocument/2006/relationships/image" Target="../media/image17.png"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1.xml"  /><Relationship Id="rId2" Type="http://schemas.openxmlformats.org/officeDocument/2006/relationships/slideLayout" Target="../slideLayouts/slideLayout6.xml"  /><Relationship Id="rId3" Type="http://schemas.openxmlformats.org/officeDocument/2006/relationships/image" Target="../media/image19.jpeg"  /><Relationship Id="rId4" Type="http://schemas.openxmlformats.org/officeDocument/2006/relationships/hyperlink" Target="https://m.sedaily.com/amparticle/13377924" TargetMode="External" /><Relationship Id="rId5" Type="http://schemas.openxmlformats.org/officeDocument/2006/relationships/hyperlink" Target="https://www.yna.co.kr/view/AKR20201004036100004" TargetMode="External" /><Relationship Id="rId6" Type="http://schemas.openxmlformats.org/officeDocument/2006/relationships/image" Target="../media/image20.png"  /><Relationship Id="rId7" Type="http://schemas.openxmlformats.org/officeDocument/2006/relationships/image" Target="../media/image21.png"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22.jpeg"  /><Relationship Id="rId3" Type="http://schemas.openxmlformats.org/officeDocument/2006/relationships/image" Target="../media/image22.jpeg"  /><Relationship Id="rId4" Type="http://schemas.openxmlformats.org/officeDocument/2006/relationships/hyperlink" Target="https://platum.kr/archives/185006" TargetMode="Externa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23.png"  /><Relationship Id="rId3" Type="http://schemas.openxmlformats.org/officeDocument/2006/relationships/image" Target="../media/image24.pn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25.pn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26.png"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  /><Relationship Id="rId10" Type="http://schemas.openxmlformats.org/officeDocument/2006/relationships/image" Target="../media/image35.png"  /><Relationship Id="rId11" Type="http://schemas.openxmlformats.org/officeDocument/2006/relationships/image" Target="../media/image36.png"  /><Relationship Id="rId12" Type="http://schemas.openxmlformats.org/officeDocument/2006/relationships/image" Target="../media/image37.png"  /><Relationship Id="rId13" Type="http://schemas.openxmlformats.org/officeDocument/2006/relationships/image" Target="../media/image38.png"  /><Relationship Id="rId14" Type="http://schemas.openxmlformats.org/officeDocument/2006/relationships/image" Target="../media/image39.png"  /><Relationship Id="rId2" Type="http://schemas.openxmlformats.org/officeDocument/2006/relationships/image" Target="../media/image27.png"  /><Relationship Id="rId3" Type="http://schemas.openxmlformats.org/officeDocument/2006/relationships/image" Target="../media/image28.png"  /><Relationship Id="rId4" Type="http://schemas.openxmlformats.org/officeDocument/2006/relationships/image" Target="../media/image29.png"  /><Relationship Id="rId5" Type="http://schemas.openxmlformats.org/officeDocument/2006/relationships/image" Target="../media/image30.png"  /><Relationship Id="rId6" Type="http://schemas.openxmlformats.org/officeDocument/2006/relationships/image" Target="../media/image31.png"  /><Relationship Id="rId7" Type="http://schemas.openxmlformats.org/officeDocument/2006/relationships/image" Target="../media/image32.png"  /><Relationship Id="rId8" Type="http://schemas.openxmlformats.org/officeDocument/2006/relationships/image" Target="../media/image33.png"  /><Relationship Id="rId9" Type="http://schemas.openxmlformats.org/officeDocument/2006/relationships/image" Target="../media/image34.png"  /></Relationships>
</file>

<file path=ppt/slides/_rels/slide12.xml.rels><?xml version="1.0" encoding="UTF-8" standalone="yes" ?><Relationships xmlns="http://schemas.openxmlformats.org/package/2006/relationships"><Relationship Id="rId1" Type="http://schemas.openxmlformats.org/officeDocument/2006/relationships/notesSlide" Target="../notesSlides/notesSlide2.xml"  /><Relationship Id="rId2" Type="http://schemas.openxmlformats.org/officeDocument/2006/relationships/slideLayout" Target="../slideLayouts/slideLayout6.xml"  /><Relationship Id="rId3" Type="http://schemas.openxmlformats.org/officeDocument/2006/relationships/image" Target="../media/image40.png"  /><Relationship Id="rId4" Type="http://schemas.openxmlformats.org/officeDocument/2006/relationships/image" Target="../media/image41.png"  /><Relationship Id="rId5" Type="http://schemas.openxmlformats.org/officeDocument/2006/relationships/image" Target="../media/image42.png"  /></Relationships>
</file>

<file path=ppt/slides/_rels/slide13.xml.rels><?xml version="1.0" encoding="UTF-8" standalone="yes" ?><Relationships xmlns="http://schemas.openxmlformats.org/package/2006/relationships"><Relationship Id="rId1" Type="http://schemas.openxmlformats.org/officeDocument/2006/relationships/notesSlide" Target="../notesSlides/notesSlide3.xml"  /><Relationship Id="rId2" Type="http://schemas.openxmlformats.org/officeDocument/2006/relationships/slideLayout" Target="../slideLayouts/slideLayout6.xml"  /><Relationship Id="rId3" Type="http://schemas.openxmlformats.org/officeDocument/2006/relationships/image" Target="../media/image43.png"  /><Relationship Id="rId4" Type="http://schemas.openxmlformats.org/officeDocument/2006/relationships/image" Target="../media/image44.png"  /><Relationship Id="rId5" Type="http://schemas.openxmlformats.org/officeDocument/2006/relationships/image" Target="../media/image45.png"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46.png"  /><Relationship Id="rId3" Type="http://schemas.openxmlformats.org/officeDocument/2006/relationships/image" Target="../media/image47.png"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48.png"  /><Relationship Id="rId3" Type="http://schemas.openxmlformats.org/officeDocument/2006/relationships/image" Target="../media/image49.png"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50.png"  /><Relationship Id="rId3" Type="http://schemas.openxmlformats.org/officeDocument/2006/relationships/image" Target="../media/image51.png"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52.png"  /><Relationship Id="rId3" Type="http://schemas.openxmlformats.org/officeDocument/2006/relationships/image" Target="../media/image53.png"  /><Relationship Id="rId4" Type="http://schemas.openxmlformats.org/officeDocument/2006/relationships/image" Target="../media/image54.png"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55.png"  /><Relationship Id="rId3" Type="http://schemas.openxmlformats.org/officeDocument/2006/relationships/image" Target="../media/image56.png"  /><Relationship Id="rId4" Type="http://schemas.openxmlformats.org/officeDocument/2006/relationships/image" Target="../media/image57.png"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58.png"  /><Relationship Id="rId3" Type="http://schemas.openxmlformats.org/officeDocument/2006/relationships/image" Target="../media/image59.png"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60.png"  /><Relationship Id="rId3" Type="http://schemas.openxmlformats.org/officeDocument/2006/relationships/image" Target="../media/image61.png"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62.png"  /><Relationship Id="rId3" Type="http://schemas.openxmlformats.org/officeDocument/2006/relationships/image" Target="../media/image63.png"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64.png"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65.jpeg"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66.jpeg"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67.png"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image" Target="../media/image18.png"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0"/>
          </p:nvPr>
        </p:nvSpPr>
        <p:spPr/>
        <p:txBody>
          <a:bodyPr/>
          <a:lstStyle/>
          <a:p>
            <a:pPr>
              <a:defRPr/>
            </a:pPr>
            <a:r>
              <a:rPr lang="ko-KR" altLang="en-US">
                <a:solidFill>
                  <a:schemeClr val="lt1"/>
                </a:solidFill>
              </a:rPr>
              <a:t/>
            </a:r>
            <a:endParaRPr lang="ko-KR" altLang="en-US">
              <a:solidFill>
                <a:schemeClr val="lt1"/>
              </a:solidFill>
            </a:endParaRPr>
          </a:p>
        </p:txBody>
      </p:sp>
      <p:pic>
        <p:nvPicPr>
          <p:cNvPr id="6" name=""/>
          <p:cNvPicPr>
            <a:picLocks noChangeAspect="1"/>
          </p:cNvPicPr>
          <p:nvPr/>
        </p:nvPicPr>
        <p:blipFill rotWithShape="1">
          <a:blip r:embed="rId2"/>
          <a:stretch>
            <a:fillRect/>
          </a:stretch>
        </p:blipFill>
        <p:spPr>
          <a:xfrm>
            <a:off x="0" y="0"/>
            <a:ext cx="9144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chemeClr val="lt1"/>
        </a:solidFill>
      </p:bgPr>
    </p:bg>
    <p:spTree>
      <p:nvGrpSpPr>
        <p:cNvPr id="1" name=""/>
        <p:cNvGrpSpPr/>
        <p:nvPr/>
      </p:nvGrpSpPr>
      <p:grpSpPr>
        <a:xfrm>
          <a:off x="0" y="0"/>
          <a:ext cx="0" cy="0"/>
          <a:chOff x="0" y="0"/>
          <a:chExt cx="0" cy="0"/>
        </a:xfrm>
      </p:grpSpPr>
      <p:sp>
        <p:nvSpPr>
          <p:cNvPr id="2" name="Title 1"/>
          <p:cNvSpPr>
            <a:spLocks noGrp="1"/>
          </p:cNvSpPr>
          <p:nvPr>
            <p:ph type="title" idx="0"/>
          </p:nvPr>
        </p:nvSpPr>
        <p:spPr>
          <a:xfrm>
            <a:off x="298443" y="248179"/>
            <a:ext cx="6519619" cy="939784"/>
          </a:xfrm>
        </p:spPr>
        <p:txBody>
          <a:bodyPr/>
          <a:lstStyle/>
          <a:p>
            <a:pPr lvl="0">
              <a:defRPr/>
            </a:pPr>
            <a:r>
              <a:rPr lang="ko-KR" altLang="en-US">
                <a:solidFill>
                  <a:schemeClr val="dk1"/>
                </a:solidFill>
              </a:rPr>
              <a:t>팀원 소개</a:t>
            </a:r>
            <a:endParaRPr lang="ko-KR" altLang="en-US">
              <a:solidFill>
                <a:schemeClr val="dk1"/>
              </a:solidFill>
            </a:endParaRPr>
          </a:p>
        </p:txBody>
      </p:sp>
      <p:pic>
        <p:nvPicPr>
          <p:cNvPr id="6" name=""/>
          <p:cNvPicPr>
            <a:picLocks noGrp="1" noChangeAspect="1"/>
          </p:cNvPicPr>
          <p:nvPr>
            <p:ph sz="half" idx="2"/>
          </p:nvPr>
        </p:nvPicPr>
        <p:blipFill rotWithShape="1">
          <a:blip r:embed="rId3"/>
          <a:srcRect/>
          <a:stretch>
            <a:fillRect/>
          </a:stretch>
        </p:blipFill>
        <p:spPr>
          <a:xfrm>
            <a:off x="2349699" y="1878633"/>
            <a:ext cx="1208553" cy="1550367"/>
          </a:xfrm>
          <a:prstGeom prst="rect">
            <a:avLst/>
          </a:prstGeom>
        </p:spPr>
      </p:pic>
      <p:sp>
        <p:nvSpPr>
          <p:cNvPr id="12" name="TextBox 2"/>
          <p:cNvSpPr txBox="1"/>
          <p:nvPr/>
        </p:nvSpPr>
        <p:spPr>
          <a:xfrm>
            <a:off x="5945584" y="1600200"/>
            <a:ext cx="1744957" cy="360045"/>
          </a:xfrm>
          <a:prstGeom prst="rect">
            <a:avLst/>
          </a:prstGeom>
          <a:noFill/>
        </p:spPr>
        <p:txBody>
          <a:bodyPr wrap="square">
            <a:spAutoFit/>
          </a:bodyPr>
          <a:lstStyle/>
          <a:p>
            <a:pPr lvl="0">
              <a:defRPr>
                <a:latin typeface="+mn-lt"/>
                <a:ea typeface="+mn-ea"/>
                <a:cs typeface="+mn-cs"/>
              </a:defRPr>
            </a:pPr>
            <a:endParaRPr lang="ko-KR" altLang="en-US">
              <a:latin typeface="+mn-lt"/>
              <a:ea typeface="+mn-ea"/>
              <a:cs typeface="+mn-cs"/>
            </a:endParaRPr>
          </a:p>
        </p:txBody>
      </p:sp>
      <p:pic>
        <p:nvPicPr>
          <p:cNvPr id="8" name=""/>
          <p:cNvPicPr>
            <a:picLocks noChangeAspect="1"/>
          </p:cNvPicPr>
          <p:nvPr/>
        </p:nvPicPr>
        <p:blipFill rotWithShape="1">
          <a:blip r:embed="rId4"/>
          <a:srcRect/>
          <a:stretch>
            <a:fillRect/>
          </a:stretch>
        </p:blipFill>
        <p:spPr>
          <a:xfrm>
            <a:off x="5454896" y="1848896"/>
            <a:ext cx="1242848" cy="1580103"/>
          </a:xfrm>
          <a:prstGeom prst="rect">
            <a:avLst/>
          </a:prstGeom>
        </p:spPr>
      </p:pic>
      <p:pic>
        <p:nvPicPr>
          <p:cNvPr id="9" name=""/>
          <p:cNvPicPr>
            <a:picLocks noChangeAspect="1"/>
          </p:cNvPicPr>
          <p:nvPr/>
        </p:nvPicPr>
        <p:blipFill rotWithShape="1">
          <a:blip r:embed="rId5"/>
          <a:srcRect/>
          <a:stretch>
            <a:fillRect/>
          </a:stretch>
        </p:blipFill>
        <p:spPr>
          <a:xfrm>
            <a:off x="6963451" y="1878632"/>
            <a:ext cx="1200633" cy="1550367"/>
          </a:xfrm>
          <a:prstGeom prst="rect">
            <a:avLst/>
          </a:prstGeom>
        </p:spPr>
      </p:pic>
      <p:graphicFrame>
        <p:nvGraphicFramePr>
          <p:cNvPr id="11" name=""/>
          <p:cNvGraphicFramePr>
            <a:graphicFrameLocks noGrp="1"/>
          </p:cNvGraphicFramePr>
          <p:nvPr/>
        </p:nvGraphicFramePr>
        <p:xfrm>
          <a:off x="489877" y="3787588"/>
          <a:ext cx="7943850" cy="2527670"/>
        </p:xfrm>
        <a:graphic>
          <a:graphicData uri="http://schemas.openxmlformats.org/drawingml/2006/table">
            <a:tbl>
              <a:tblPr firstRow="1" bandRow="1">
                <a:effectLst/>
                <a:tableStyleId>{01A66EDD-3DAB-4C5B-A090-DC80EC1FD486}</a:tableStyleId>
              </a:tblPr>
              <a:tblGrid>
                <a:gridCol w="1583055"/>
                <a:gridCol w="1583055"/>
                <a:gridCol w="1592580"/>
                <a:gridCol w="1592580"/>
                <a:gridCol w="1592580"/>
              </a:tblGrid>
              <a:tr h="452810">
                <a:tc>
                  <a:txBody>
                    <a:bodyPr vert="horz" wrap="square" lIns="91440" tIns="45720" rIns="91440" bIns="45720" anchor="t" anchorCtr="0">
                      <a:spAutoFit/>
                    </a:bodyPr>
                    <a:p>
                      <a:pPr algn="ctr">
                        <a:defRPr/>
                      </a:pPr>
                      <a:r>
                        <a:rPr xmlns:mc="http://schemas.openxmlformats.org/markup-compatibility/2006" xmlns:hp="http://schemas.haansoft.com/office/presentation/8.0" lang="ko-KR" altLang="en-US" mc:Ignorable="hp" hp:hslEmbossed="0">
                          <a:ln w="9525">
                            <a:solidFill>
                              <a:schemeClr val="lt1"/>
                            </a:solidFill>
                          </a:ln>
                          <a:solidFill>
                            <a:schemeClr val="lt1"/>
                          </a:solidFill>
                          <a:effectLst>
                            <a:outerShdw blurRad="76200" dist="76200" dir="2700000" algn="ctr" rotWithShape="0">
                              <a:srgbClr val="000000">
                                <a:alpha val="50000"/>
                              </a:srgbClr>
                            </a:outerShdw>
                          </a:effectLst>
                          <a:latin typeface="굴림"/>
                          <a:ea typeface="굴림"/>
                        </a:rPr>
                        <a:t>이용현</a:t>
                      </a:r>
                      <a:endParaRPr xmlns:mc="http://schemas.openxmlformats.org/markup-compatibility/2006" xmlns:hp="http://schemas.haansoft.com/office/presentation/8.0" lang="ko-KR" altLang="en-US" mc:Ignorable="hp" hp:hslEmbossed="0">
                        <a:ln w="9525">
                          <a:solidFill>
                            <a:schemeClr val="lt1"/>
                          </a:solidFill>
                        </a:ln>
                        <a:solidFill>
                          <a:schemeClr val="lt1"/>
                        </a:solidFill>
                        <a:effectLst>
                          <a:outerShdw blurRad="76200" dist="76200" dir="2700000" algn="ctr" rotWithShape="0">
                            <a:srgbClr val="000000">
                              <a:alpha val="50000"/>
                            </a:srgbClr>
                          </a:outerShdw>
                        </a:effectLst>
                        <a:latin typeface="굴림"/>
                        <a:ea typeface="굴림"/>
                      </a:endParaRPr>
                    </a:p>
                  </a:txBody>
                  <a:tcPr marL="91440" marR="91440">
                    <a:solidFill>
                      <a:srgbClr val="c49dd6"/>
                    </a:solidFill>
                  </a:tcPr>
                </a:tc>
                <a:tc>
                  <a:txBody>
                    <a:bodyPr vert="horz" wrap="square" lIns="91440" tIns="45720" rIns="91440" bIns="45720" anchor="t" anchorCtr="0">
                      <a:spAutoFit/>
                    </a:bodyPr>
                    <a:p>
                      <a:pPr algn="ctr">
                        <a:defRPr/>
                      </a:pPr>
                      <a:r>
                        <a:rPr xmlns:mc="http://schemas.openxmlformats.org/markup-compatibility/2006" xmlns:hp="http://schemas.haansoft.com/office/presentation/8.0" lang="ko-KR" altLang="en-US" mc:Ignorable="hp" hp:hslEmbossed="0">
                          <a:ln w="9525">
                            <a:solidFill>
                              <a:schemeClr val="lt1"/>
                            </a:solidFill>
                          </a:ln>
                          <a:solidFill>
                            <a:schemeClr val="lt1"/>
                          </a:solidFill>
                          <a:effectLst>
                            <a:outerShdw blurRad="76200" dist="76200" dir="2700000" algn="ctr" rotWithShape="0">
                              <a:srgbClr val="000000">
                                <a:alpha val="50000"/>
                              </a:srgbClr>
                            </a:outerShdw>
                          </a:effectLst>
                          <a:latin typeface="굴림"/>
                          <a:ea typeface="굴림"/>
                        </a:rPr>
                        <a:t>정원석</a:t>
                      </a:r>
                      <a:endParaRPr xmlns:mc="http://schemas.openxmlformats.org/markup-compatibility/2006" xmlns:hp="http://schemas.haansoft.com/office/presentation/8.0" lang="ko-KR" altLang="en-US" mc:Ignorable="hp" hp:hslEmbossed="0">
                        <a:ln w="9525">
                          <a:solidFill>
                            <a:schemeClr val="lt1"/>
                          </a:solidFill>
                        </a:ln>
                        <a:solidFill>
                          <a:schemeClr val="lt1"/>
                        </a:solidFill>
                        <a:effectLst>
                          <a:outerShdw blurRad="76200" dist="76200" dir="2700000" algn="ctr" rotWithShape="0">
                            <a:srgbClr val="000000">
                              <a:alpha val="50000"/>
                            </a:srgbClr>
                          </a:outerShdw>
                        </a:effectLst>
                        <a:latin typeface="굴림"/>
                        <a:ea typeface="굴림"/>
                      </a:endParaRPr>
                    </a:p>
                  </a:txBody>
                  <a:tcPr marL="91440" marR="91440">
                    <a:solidFill>
                      <a:srgbClr val="c49dd6"/>
                    </a:solidFill>
                  </a:tcPr>
                </a:tc>
                <a:tc>
                  <a:txBody>
                    <a:bodyPr vert="horz" wrap="square" lIns="91440" tIns="45720" rIns="91440" bIns="45720" anchor="t" anchorCtr="0">
                      <a:spAutoFit/>
                    </a:bodyPr>
                    <a:p>
                      <a:pPr algn="ctr">
                        <a:defRPr/>
                      </a:pPr>
                      <a:r>
                        <a:rPr xmlns:mc="http://schemas.openxmlformats.org/markup-compatibility/2006" xmlns:hp="http://schemas.haansoft.com/office/presentation/8.0" lang="ko-KR" altLang="en-US" mc:Ignorable="hp" hp:hslEmbossed="0">
                          <a:ln w="9525">
                            <a:solidFill>
                              <a:schemeClr val="lt1"/>
                            </a:solidFill>
                          </a:ln>
                          <a:solidFill>
                            <a:schemeClr val="lt1"/>
                          </a:solidFill>
                          <a:effectLst>
                            <a:outerShdw blurRad="76200" dist="76200" dir="2700000" algn="ctr" rotWithShape="0">
                              <a:srgbClr val="000000">
                                <a:alpha val="50000"/>
                              </a:srgbClr>
                            </a:outerShdw>
                          </a:effectLst>
                          <a:latin typeface="굴림"/>
                          <a:ea typeface="굴림"/>
                        </a:rPr>
                        <a:t>김수빈</a:t>
                      </a:r>
                      <a:endParaRPr xmlns:mc="http://schemas.openxmlformats.org/markup-compatibility/2006" xmlns:hp="http://schemas.haansoft.com/office/presentation/8.0" lang="ko-KR" altLang="en-US" mc:Ignorable="hp" hp:hslEmbossed="0">
                        <a:ln w="9525">
                          <a:solidFill>
                            <a:schemeClr val="lt1"/>
                          </a:solidFill>
                        </a:ln>
                        <a:solidFill>
                          <a:schemeClr val="lt1"/>
                        </a:solidFill>
                        <a:effectLst>
                          <a:outerShdw blurRad="76200" dist="76200" dir="2700000" algn="ctr" rotWithShape="0">
                            <a:srgbClr val="000000">
                              <a:alpha val="50000"/>
                            </a:srgbClr>
                          </a:outerShdw>
                        </a:effectLst>
                        <a:latin typeface="굴림"/>
                        <a:ea typeface="굴림"/>
                      </a:endParaRPr>
                    </a:p>
                  </a:txBody>
                  <a:tcPr marL="91440" marR="91440">
                    <a:solidFill>
                      <a:srgbClr val="c49dd6"/>
                    </a:solidFill>
                  </a:tcPr>
                </a:tc>
                <a:tc>
                  <a:txBody>
                    <a:bodyPr vert="horz" wrap="square" lIns="91440" tIns="45720" rIns="91440" bIns="45720" anchor="t" anchorCtr="0">
                      <a:spAutoFit/>
                    </a:bodyPr>
                    <a:p>
                      <a:pPr algn="ctr">
                        <a:defRPr/>
                      </a:pPr>
                      <a:r>
                        <a:rPr xmlns:mc="http://schemas.openxmlformats.org/markup-compatibility/2006" xmlns:hp="http://schemas.haansoft.com/office/presentation/8.0" lang="ko-KR" altLang="en-US" mc:Ignorable="hp" hp:hslEmbossed="0">
                          <a:ln w="9525">
                            <a:solidFill>
                              <a:schemeClr val="lt1"/>
                            </a:solidFill>
                          </a:ln>
                          <a:solidFill>
                            <a:schemeClr val="lt1"/>
                          </a:solidFill>
                          <a:effectLst>
                            <a:outerShdw blurRad="76200" dist="76200" dir="2700000" algn="ctr" rotWithShape="0">
                              <a:srgbClr val="000000">
                                <a:alpha val="50000"/>
                              </a:srgbClr>
                            </a:outerShdw>
                          </a:effectLst>
                          <a:latin typeface="굴림"/>
                          <a:ea typeface="굴림"/>
                        </a:rPr>
                        <a:t>데레제</a:t>
                      </a:r>
                      <a:endParaRPr xmlns:mc="http://schemas.openxmlformats.org/markup-compatibility/2006" xmlns:hp="http://schemas.haansoft.com/office/presentation/8.0" lang="ko-KR" altLang="en-US" mc:Ignorable="hp" hp:hslEmbossed="0">
                        <a:ln w="9525">
                          <a:solidFill>
                            <a:schemeClr val="lt1"/>
                          </a:solidFill>
                        </a:ln>
                        <a:solidFill>
                          <a:schemeClr val="lt1"/>
                        </a:solidFill>
                        <a:effectLst>
                          <a:outerShdw blurRad="76200" dist="76200" dir="2700000" algn="ctr" rotWithShape="0">
                            <a:srgbClr val="000000">
                              <a:alpha val="50000"/>
                            </a:srgbClr>
                          </a:outerShdw>
                        </a:effectLst>
                        <a:latin typeface="굴림"/>
                        <a:ea typeface="굴림"/>
                      </a:endParaRPr>
                    </a:p>
                  </a:txBody>
                  <a:tcPr marL="91440" marR="91440">
                    <a:solidFill>
                      <a:srgbClr val="c49dd6"/>
                    </a:solidFill>
                  </a:tcPr>
                </a:tc>
                <a:tc>
                  <a:txBody>
                    <a:bodyPr vert="horz" wrap="square" lIns="91440" tIns="45720" rIns="91440" bIns="45720" anchor="t" anchorCtr="0">
                      <a:spAutoFit/>
                    </a:bodyPr>
                    <a:p>
                      <a:pPr algn="ctr">
                        <a:defRPr/>
                      </a:pPr>
                      <a:r>
                        <a:rPr xmlns:mc="http://schemas.openxmlformats.org/markup-compatibility/2006" xmlns:hp="http://schemas.haansoft.com/office/presentation/8.0" lang="ko-KR" altLang="en-US" mc:Ignorable="hp" hp:hslEmbossed="0">
                          <a:ln w="9525">
                            <a:solidFill>
                              <a:schemeClr val="lt1"/>
                            </a:solidFill>
                          </a:ln>
                          <a:solidFill>
                            <a:schemeClr val="lt1"/>
                          </a:solidFill>
                          <a:effectLst>
                            <a:outerShdw blurRad="76200" dist="76200" dir="2700000" algn="ctr" rotWithShape="0">
                              <a:srgbClr val="000000">
                                <a:alpha val="50000"/>
                              </a:srgbClr>
                            </a:outerShdw>
                          </a:effectLst>
                          <a:latin typeface="굴림"/>
                          <a:ea typeface="굴림"/>
                        </a:rPr>
                        <a:t>박은혁</a:t>
                      </a:r>
                      <a:endParaRPr xmlns:mc="http://schemas.openxmlformats.org/markup-compatibility/2006" xmlns:hp="http://schemas.haansoft.com/office/presentation/8.0" lang="ko-KR" altLang="en-US" mc:Ignorable="hp" hp:hslEmbossed="0">
                        <a:ln w="9525">
                          <a:solidFill>
                            <a:schemeClr val="lt1"/>
                          </a:solidFill>
                        </a:ln>
                        <a:solidFill>
                          <a:schemeClr val="lt1"/>
                        </a:solidFill>
                        <a:effectLst>
                          <a:outerShdw blurRad="76200" dist="76200" dir="2700000" algn="ctr" rotWithShape="0">
                            <a:srgbClr val="000000">
                              <a:alpha val="50000"/>
                            </a:srgbClr>
                          </a:outerShdw>
                        </a:effectLst>
                        <a:latin typeface="굴림"/>
                        <a:ea typeface="굴림"/>
                      </a:endParaRPr>
                    </a:p>
                  </a:txBody>
                  <a:tcPr marL="91440" marR="91440">
                    <a:solidFill>
                      <a:srgbClr val="c49dd6"/>
                    </a:solidFill>
                  </a:tcPr>
                </a:tc>
              </a:tr>
              <a:tr h="518715">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판례 검색 엔진 및 </a:t>
                      </a:r>
                      <a:endParaRPr lang="ko-KR" altLang="en-US" sz="1200" b="1">
                        <a:ln w="9525">
                          <a:solidFill>
                            <a:schemeClr val="lt1"/>
                          </a:solidFill>
                        </a:ln>
                        <a:solidFill>
                          <a:schemeClr val="lt1"/>
                        </a:solidFill>
                        <a:effectLst/>
                        <a:latin typeface="굴림"/>
                        <a:ea typeface="굴림"/>
                      </a:endParaRPr>
                    </a:p>
                    <a:p>
                      <a:pPr marL="0" indent="0">
                        <a:buNone/>
                        <a:defRPr/>
                      </a:pPr>
                      <a:r>
                        <a:rPr lang="ko-KR" altLang="en-US" sz="1200" b="1">
                          <a:ln w="9525">
                            <a:solidFill>
                              <a:schemeClr val="lt1"/>
                            </a:solidFill>
                          </a:ln>
                          <a:solidFill>
                            <a:schemeClr val="lt1"/>
                          </a:solidFill>
                          <a:effectLst/>
                          <a:latin typeface="굴림"/>
                          <a:ea typeface="굴림"/>
                        </a:rPr>
                        <a:t>필터 시스템</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1:1 채팅 웹소켓 및 UI 구현</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커뮤니티 및 UI 구현</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메인 대시보드 UI/UX 디자인</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JWT 기반 보안 인증 시스템</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r>
              <a:tr h="518715">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유사 판례 추천 </a:t>
                      </a:r>
                      <a:endParaRPr lang="ko-KR" altLang="en-US" sz="1200" b="1">
                        <a:ln w="9525">
                          <a:solidFill>
                            <a:schemeClr val="lt1"/>
                          </a:solidFill>
                        </a:ln>
                        <a:solidFill>
                          <a:schemeClr val="lt1"/>
                        </a:solidFill>
                        <a:effectLst/>
                        <a:latin typeface="굴림"/>
                        <a:ea typeface="굴림"/>
                      </a:endParaRPr>
                    </a:p>
                    <a:p>
                      <a:pPr marL="0" indent="0">
                        <a:buNone/>
                        <a:defRPr/>
                      </a:pPr>
                      <a:r>
                        <a:rPr lang="ko-KR" altLang="en-US" sz="1200" b="1">
                          <a:ln w="9525">
                            <a:solidFill>
                              <a:schemeClr val="lt1"/>
                            </a:solidFill>
                          </a:ln>
                          <a:solidFill>
                            <a:schemeClr val="lt1"/>
                          </a:solidFill>
                          <a:effectLst/>
                          <a:latin typeface="굴림"/>
                          <a:ea typeface="굴림"/>
                        </a:rPr>
                        <a:t>로직 설계</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상담 예약 및 일정 </a:t>
                      </a:r>
                      <a:endParaRPr lang="ko-KR" altLang="en-US" sz="1200" b="1">
                        <a:ln w="9525">
                          <a:solidFill>
                            <a:schemeClr val="lt1"/>
                          </a:solidFill>
                        </a:ln>
                        <a:solidFill>
                          <a:schemeClr val="lt1"/>
                        </a:solidFill>
                        <a:effectLst/>
                        <a:latin typeface="굴림"/>
                        <a:ea typeface="굴림"/>
                      </a:endParaRPr>
                    </a:p>
                    <a:p>
                      <a:pPr marL="0" indent="0">
                        <a:buNone/>
                        <a:defRPr/>
                      </a:pPr>
                      <a:r>
                        <a:rPr lang="ko-KR" altLang="en-US" sz="1200" b="1">
                          <a:ln w="9525">
                            <a:solidFill>
                              <a:schemeClr val="lt1"/>
                            </a:solidFill>
                          </a:ln>
                          <a:solidFill>
                            <a:schemeClr val="lt1"/>
                          </a:solidFill>
                          <a:effectLst/>
                          <a:latin typeface="굴림"/>
                          <a:ea typeface="굴림"/>
                        </a:rPr>
                        <a:t>관리 시스템</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댓글 및 답글 로직</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공지사항 및 카드형 레이아웃</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사건 단계별 </a:t>
                      </a:r>
                      <a:endParaRPr lang="ko-KR" altLang="en-US" sz="1200" b="1">
                        <a:ln w="9525">
                          <a:solidFill>
                            <a:schemeClr val="lt1"/>
                          </a:solidFill>
                        </a:ln>
                        <a:solidFill>
                          <a:schemeClr val="lt1"/>
                        </a:solidFill>
                        <a:effectLst/>
                        <a:latin typeface="굴림"/>
                        <a:ea typeface="굴림"/>
                      </a:endParaRPr>
                    </a:p>
                    <a:p>
                      <a:pPr marL="0" indent="0">
                        <a:buNone/>
                        <a:defRPr/>
                      </a:pPr>
                      <a:r>
                        <a:rPr lang="ko-KR" altLang="en-US" sz="1200" b="1">
                          <a:ln w="9525">
                            <a:solidFill>
                              <a:schemeClr val="lt1"/>
                            </a:solidFill>
                          </a:ln>
                          <a:solidFill>
                            <a:schemeClr val="lt1"/>
                          </a:solidFill>
                          <a:effectLst/>
                          <a:latin typeface="굴림"/>
                          <a:ea typeface="굴림"/>
                        </a:rPr>
                        <a:t>생성 및 관리</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r>
              <a:tr h="518715">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변호사 프로필 및 </a:t>
                      </a:r>
                      <a:endParaRPr lang="ko-KR" altLang="en-US" sz="1200" b="1">
                        <a:ln w="9525">
                          <a:solidFill>
                            <a:schemeClr val="lt1"/>
                          </a:solidFill>
                        </a:ln>
                        <a:solidFill>
                          <a:schemeClr val="lt1"/>
                        </a:solidFill>
                        <a:effectLst/>
                        <a:latin typeface="굴림"/>
                        <a:ea typeface="굴림"/>
                      </a:endParaRPr>
                    </a:p>
                    <a:p>
                      <a:pPr marL="0" indent="0">
                        <a:buNone/>
                        <a:defRPr/>
                      </a:pPr>
                      <a:r>
                        <a:rPr lang="ko-KR" altLang="en-US" sz="1200" b="1">
                          <a:ln w="9525">
                            <a:solidFill>
                              <a:schemeClr val="lt1"/>
                            </a:solidFill>
                          </a:ln>
                          <a:solidFill>
                            <a:schemeClr val="lt1"/>
                          </a:solidFill>
                          <a:effectLst/>
                          <a:latin typeface="굴림"/>
                          <a:ea typeface="굴림"/>
                        </a:rPr>
                        <a:t>매칭 시스템</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결제 페이지 </a:t>
                      </a:r>
                      <a:r>
                        <a:rPr lang="en-US" altLang="ko-KR" sz="1200" b="1">
                          <a:ln w="9525">
                            <a:solidFill>
                              <a:schemeClr val="lt1"/>
                            </a:solidFill>
                          </a:ln>
                          <a:solidFill>
                            <a:schemeClr val="lt1"/>
                          </a:solidFill>
                          <a:effectLst/>
                          <a:latin typeface="굴림"/>
                          <a:ea typeface="굴림"/>
                        </a:rPr>
                        <a:t>UI</a:t>
                      </a:r>
                      <a:r>
                        <a:rPr lang="ko-KR" altLang="en-US" sz="1200" b="1">
                          <a:ln w="9525">
                            <a:solidFill>
                              <a:schemeClr val="lt1"/>
                            </a:solidFill>
                          </a:ln>
                          <a:solidFill>
                            <a:schemeClr val="lt1"/>
                          </a:solidFill>
                          <a:effectLst/>
                          <a:latin typeface="굴림"/>
                          <a:ea typeface="굴림"/>
                        </a:rPr>
                        <a:t> 및 흐름 설계</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의견 조사(Poll) 참여 및 차트</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실시간 통계 수치 </a:t>
                      </a:r>
                      <a:endParaRPr lang="ko-KR" altLang="en-US" sz="1200" b="1">
                        <a:ln w="9525">
                          <a:solidFill>
                            <a:schemeClr val="lt1"/>
                          </a:solidFill>
                        </a:ln>
                        <a:solidFill>
                          <a:schemeClr val="lt1"/>
                        </a:solidFill>
                        <a:effectLst/>
                        <a:latin typeface="굴림"/>
                        <a:ea typeface="굴림"/>
                      </a:endParaRPr>
                    </a:p>
                    <a:p>
                      <a:pPr marL="0" indent="0">
                        <a:buNone/>
                        <a:defRPr/>
                      </a:pPr>
                      <a:r>
                        <a:rPr lang="ko-KR" altLang="en-US" sz="1200" b="1">
                          <a:ln w="9525">
                            <a:solidFill>
                              <a:schemeClr val="lt1"/>
                            </a:solidFill>
                          </a:ln>
                          <a:solidFill>
                            <a:schemeClr val="lt1"/>
                          </a:solidFill>
                          <a:effectLst/>
                          <a:latin typeface="굴림"/>
                          <a:ea typeface="굴림"/>
                        </a:rPr>
                        <a:t>시각화 구현</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전문회원 승인 및 </a:t>
                      </a:r>
                      <a:endParaRPr lang="ko-KR" altLang="en-US" sz="1200" b="1">
                        <a:ln w="9525">
                          <a:solidFill>
                            <a:schemeClr val="lt1"/>
                          </a:solidFill>
                        </a:ln>
                        <a:solidFill>
                          <a:schemeClr val="lt1"/>
                        </a:solidFill>
                        <a:effectLst/>
                        <a:latin typeface="굴림"/>
                        <a:ea typeface="굴림"/>
                      </a:endParaRPr>
                    </a:p>
                    <a:p>
                      <a:pPr marL="0" indent="0">
                        <a:buNone/>
                        <a:defRPr/>
                      </a:pPr>
                      <a:r>
                        <a:rPr lang="ko-KR" altLang="en-US" sz="1200" b="1">
                          <a:ln w="9525">
                            <a:solidFill>
                              <a:schemeClr val="lt1"/>
                            </a:solidFill>
                          </a:ln>
                          <a:solidFill>
                            <a:schemeClr val="lt1"/>
                          </a:solidFill>
                          <a:effectLst/>
                          <a:latin typeface="굴림"/>
                          <a:ea typeface="굴림"/>
                        </a:rPr>
                        <a:t>관리자 기능</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r>
              <a:tr h="518715">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법률 답변 및 채택 </a:t>
                      </a:r>
                      <a:endParaRPr lang="ko-KR" altLang="en-US" sz="1200" b="1">
                        <a:ln w="9525">
                          <a:solidFill>
                            <a:schemeClr val="lt1"/>
                          </a:solidFill>
                        </a:ln>
                        <a:solidFill>
                          <a:schemeClr val="lt1"/>
                        </a:solidFill>
                        <a:effectLst/>
                        <a:latin typeface="굴림"/>
                        <a:ea typeface="굴림"/>
                      </a:endParaRPr>
                    </a:p>
                    <a:p>
                      <a:pPr marL="0" indent="0">
                        <a:buNone/>
                        <a:defRPr/>
                      </a:pPr>
                      <a:r>
                        <a:rPr lang="ko-KR" altLang="en-US" sz="1200" b="1">
                          <a:ln w="9525">
                            <a:solidFill>
                              <a:schemeClr val="lt1"/>
                            </a:solidFill>
                          </a:ln>
                          <a:solidFill>
                            <a:schemeClr val="lt1"/>
                          </a:solidFill>
                          <a:effectLst/>
                          <a:latin typeface="굴림"/>
                          <a:ea typeface="굴림"/>
                        </a:rPr>
                        <a:t>프로세스</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전문회원 상담 접수·승인·거절 시스템</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투표 시스템</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레이어 팝업 </a:t>
                      </a:r>
                      <a:endParaRPr lang="ko-KR" altLang="en-US" sz="1200" b="1">
                        <a:ln w="9525">
                          <a:solidFill>
                            <a:schemeClr val="lt1"/>
                          </a:solidFill>
                        </a:ln>
                        <a:solidFill>
                          <a:schemeClr val="lt1"/>
                        </a:solidFill>
                        <a:effectLst/>
                        <a:latin typeface="굴림"/>
                        <a:ea typeface="굴림"/>
                      </a:endParaRPr>
                    </a:p>
                    <a:p>
                      <a:pPr marL="0" indent="0">
                        <a:buNone/>
                        <a:defRPr/>
                      </a:pPr>
                      <a:r>
                        <a:rPr lang="ko-KR" altLang="en-US" sz="1200" b="1">
                          <a:ln w="9525">
                            <a:solidFill>
                              <a:schemeClr val="lt1"/>
                            </a:solidFill>
                          </a:ln>
                          <a:solidFill>
                            <a:schemeClr val="lt1"/>
                          </a:solidFill>
                          <a:effectLst/>
                          <a:latin typeface="굴림"/>
                          <a:ea typeface="굴림"/>
                        </a:rPr>
                        <a:t>컴포넌트 설계</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c>
                  <a:txBody>
                    <a:bodyPr vert="horz" wrap="square" lIns="91440" tIns="45720" rIns="91440" bIns="45720" anchor="t" anchorCtr="0">
                      <a:spAutoFit/>
                    </a:bodyPr>
                    <a:p>
                      <a:pPr marL="0" indent="0">
                        <a:buNone/>
                        <a:defRPr/>
                      </a:pPr>
                      <a:r>
                        <a:rPr lang="ko-KR" altLang="en-US" sz="1200" b="1">
                          <a:ln w="9525">
                            <a:solidFill>
                              <a:schemeClr val="lt1"/>
                            </a:solidFill>
                          </a:ln>
                          <a:solidFill>
                            <a:schemeClr val="lt1"/>
                          </a:solidFill>
                          <a:effectLst/>
                          <a:latin typeface="굴림"/>
                          <a:ea typeface="굴림"/>
                        </a:rPr>
                        <a:t>마이페이지 통합 </a:t>
                      </a:r>
                      <a:endParaRPr lang="ko-KR" altLang="en-US" sz="1200" b="1">
                        <a:ln w="9525">
                          <a:solidFill>
                            <a:schemeClr val="lt1"/>
                          </a:solidFill>
                        </a:ln>
                        <a:solidFill>
                          <a:schemeClr val="lt1"/>
                        </a:solidFill>
                        <a:effectLst/>
                        <a:latin typeface="굴림"/>
                        <a:ea typeface="굴림"/>
                      </a:endParaRPr>
                    </a:p>
                    <a:p>
                      <a:pPr marL="0" indent="0">
                        <a:buNone/>
                        <a:defRPr/>
                      </a:pPr>
                      <a:r>
                        <a:rPr lang="ko-KR" altLang="en-US" sz="1200" b="1">
                          <a:ln w="9525">
                            <a:solidFill>
                              <a:schemeClr val="lt1"/>
                            </a:solidFill>
                          </a:ln>
                          <a:solidFill>
                            <a:schemeClr val="lt1"/>
                          </a:solidFill>
                          <a:effectLst/>
                          <a:latin typeface="굴림"/>
                          <a:ea typeface="굴림"/>
                        </a:rPr>
                        <a:t>대시보드 구현</a:t>
                      </a:r>
                      <a:endParaRPr lang="ko-KR" altLang="en-US" sz="1200" b="1">
                        <a:ln w="9525">
                          <a:solidFill>
                            <a:schemeClr val="lt1"/>
                          </a:solidFill>
                        </a:ln>
                        <a:solidFill>
                          <a:schemeClr val="lt1"/>
                        </a:solidFill>
                        <a:effectLst/>
                        <a:latin typeface="굴림"/>
                        <a:ea typeface="굴림"/>
                      </a:endParaRPr>
                    </a:p>
                  </a:txBody>
                  <a:tcPr marL="91440" marR="91440">
                    <a:solidFill>
                      <a:srgbClr val="c49dd6"/>
                    </a:solidFill>
                  </a:tcPr>
                </a:tc>
              </a:tr>
            </a:tbl>
          </a:graphicData>
        </a:graphic>
      </p:graphicFrame>
      <p:pic>
        <p:nvPicPr>
          <p:cNvPr id="13" name=""/>
          <p:cNvPicPr>
            <a:picLocks noChangeAspect="1"/>
          </p:cNvPicPr>
          <p:nvPr/>
        </p:nvPicPr>
        <p:blipFill rotWithShape="1">
          <a:blip r:embed="rId6"/>
          <a:stretch>
            <a:fillRect/>
          </a:stretch>
        </p:blipFill>
        <p:spPr>
          <a:xfrm>
            <a:off x="741231" y="1878633"/>
            <a:ext cx="1264200" cy="1550366"/>
          </a:xfrm>
          <a:prstGeom prst="rect">
            <a:avLst/>
          </a:prstGeom>
        </p:spPr>
      </p:pic>
      <p:pic>
        <p:nvPicPr>
          <p:cNvPr id="14" name=""/>
          <p:cNvPicPr>
            <a:picLocks noChangeAspect="1"/>
          </p:cNvPicPr>
          <p:nvPr/>
        </p:nvPicPr>
        <p:blipFill rotWithShape="1">
          <a:blip r:embed="rId7"/>
          <a:stretch>
            <a:fillRect/>
          </a:stretch>
        </p:blipFill>
        <p:spPr>
          <a:xfrm>
            <a:off x="5305201" y="1848896"/>
            <a:ext cx="1512861" cy="1580104"/>
          </a:xfrm>
          <a:prstGeom prst="rect">
            <a:avLst/>
          </a:prstGeom>
        </p:spPr>
      </p:pic>
      <p:pic>
        <p:nvPicPr>
          <p:cNvPr id="15" name=""/>
          <p:cNvPicPr>
            <a:picLocks noChangeAspect="1"/>
          </p:cNvPicPr>
          <p:nvPr/>
        </p:nvPicPr>
        <p:blipFill rotWithShape="1">
          <a:blip r:embed="rId8"/>
          <a:stretch>
            <a:fillRect/>
          </a:stretch>
        </p:blipFill>
        <p:spPr>
          <a:xfrm>
            <a:off x="6963451" y="1848896"/>
            <a:ext cx="1200633" cy="1600844"/>
          </a:xfrm>
          <a:prstGeom prst="rect">
            <a:avLst/>
          </a:prstGeom>
        </p:spPr>
      </p:pic>
      <p:pic>
        <p:nvPicPr>
          <p:cNvPr id="16" name=""/>
          <p:cNvPicPr>
            <a:picLocks noChangeAspect="1"/>
          </p:cNvPicPr>
          <p:nvPr/>
        </p:nvPicPr>
        <p:blipFill rotWithShape="1">
          <a:blip r:embed="rId9"/>
          <a:stretch>
            <a:fillRect/>
          </a:stretch>
        </p:blipFill>
        <p:spPr>
          <a:xfrm>
            <a:off x="3896475" y="1831431"/>
            <a:ext cx="1130653" cy="1597568"/>
          </a:xfrm>
          <a:prstGeom prst="rect">
            <a:avLst/>
          </a:prstGeom>
        </p:spPr>
      </p:pic>
      <p:pic>
        <p:nvPicPr>
          <p:cNvPr id="17" name=""/>
          <p:cNvPicPr>
            <a:picLocks noChangeAspect="1"/>
          </p:cNvPicPr>
          <p:nvPr/>
        </p:nvPicPr>
        <p:blipFill rotWithShape="1">
          <a:blip r:embed="rId10"/>
          <a:stretch>
            <a:fillRect/>
          </a:stretch>
        </p:blipFill>
        <p:spPr>
          <a:xfrm>
            <a:off x="2349699" y="1878633"/>
            <a:ext cx="1208553" cy="1550367"/>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idx="0"/>
          </p:nvPr>
        </p:nvSpPr>
        <p:spPr/>
        <p:txBody>
          <a:bodyPr/>
          <a:lstStyle/>
          <a:p>
            <a:pPr lvl="0">
              <a:defRPr lang="ko-KR" altLang="en-US"/>
            </a:pPr>
            <a:r>
              <a:rPr lang="ko-KR" altLang="en-US"/>
              <a:t>목차</a:t>
            </a:r>
            <a:endParaRPr lang="ko-KR" altLang="en-US"/>
          </a:p>
        </p:txBody>
      </p:sp>
      <p:sp>
        <p:nvSpPr>
          <p:cNvPr id="5" name="텍스트 개체 틀 4"/>
          <p:cNvSpPr>
            <a:spLocks noGrp="1"/>
          </p:cNvSpPr>
          <p:nvPr>
            <p:ph type="body" sz="quarter" idx="14"/>
          </p:nvPr>
        </p:nvSpPr>
        <p:spPr/>
        <p:txBody>
          <a:bodyPr/>
          <a:lstStyle/>
          <a:p>
            <a:pPr lvl="0">
              <a:defRPr lang="ko-KR" altLang="en-US"/>
            </a:pPr>
            <a:r>
              <a:rPr lang="ko-KR" altLang="en-US"/>
              <a:t>기획의도 및 개발 목표</a:t>
            </a:r>
            <a:endParaRPr lang="ko-KR" altLang="en-US"/>
          </a:p>
          <a:p>
            <a:pPr lvl="0">
              <a:defRPr lang="ko-KR" altLang="en-US"/>
            </a:pPr>
            <a:r>
              <a:rPr lang="ko-KR" altLang="en-US"/>
              <a:t>개발 설계 및 일정</a:t>
            </a:r>
            <a:endParaRPr lang="ko-KR" altLang="en-US"/>
          </a:p>
          <a:p>
            <a:pPr lvl="0">
              <a:defRPr lang="ko-KR" altLang="en-US"/>
            </a:pPr>
            <a:r>
              <a:rPr lang="ko-KR" altLang="en-US"/>
              <a:t>개발언어 및 사용 기술</a:t>
            </a:r>
            <a:endParaRPr lang="ko-KR" altLang="en-US"/>
          </a:p>
          <a:p>
            <a:pPr lvl="0">
              <a:defRPr lang="ko-KR" altLang="en-US"/>
            </a:pPr>
            <a:r>
              <a:rPr lang="ko-KR" altLang="en-US"/>
              <a:t>주요 기능</a:t>
            </a:r>
            <a:endParaRPr lang="ko-KR" altLang="en-US"/>
          </a:p>
          <a:p>
            <a:pPr lvl="0">
              <a:defRPr lang="ko-KR" altLang="en-US"/>
            </a:pPr>
            <a:r>
              <a:rPr lang="ko-KR" altLang="en-US"/>
              <a:t>시연 및 </a:t>
            </a:r>
            <a:r>
              <a:rPr lang="en-US" altLang="ko-KR"/>
              <a:t>Q&amp;A</a:t>
            </a:r>
            <a:endParaRPr lang="en-US" altLang="ko-K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343614" y="234644"/>
            <a:ext cx="6939539" cy="939784"/>
          </a:xfrm>
        </p:spPr>
        <p:txBody>
          <a:bodyPr/>
          <a:lstStyle/>
          <a:p>
            <a:pPr lvl="0">
              <a:defRPr/>
            </a:pPr>
            <a:r>
              <a:rPr lang="ko-KR" altLang="en-US">
                <a:solidFill>
                  <a:srgbClr val="d2034c"/>
                </a:solidFill>
              </a:rPr>
              <a:t>프로젝트 기획 의도 </a:t>
            </a:r>
            <a:endParaRPr lang="ko-KR" altLang="en-US">
              <a:solidFill>
                <a:srgbClr val="d2034c"/>
              </a:solidFill>
            </a:endParaRPr>
          </a:p>
        </p:txBody>
      </p:sp>
      <p:sp>
        <p:nvSpPr>
          <p:cNvPr id="3" name="TextBox 2"/>
          <p:cNvSpPr txBox="1"/>
          <p:nvPr/>
        </p:nvSpPr>
        <p:spPr>
          <a:xfrm>
            <a:off x="485852" y="4225741"/>
            <a:ext cx="7776972" cy="1096829"/>
          </a:xfrm>
          <a:prstGeom prst="rect">
            <a:avLst/>
          </a:prstGeom>
          <a:noFill/>
        </p:spPr>
        <p:txBody>
          <a:bodyPr wrap="square">
            <a:spAutoFit/>
          </a:bodyPr>
          <a:lstStyle/>
          <a:p>
            <a:pPr lvl="0">
              <a:defRPr/>
            </a:pPr>
            <a:r>
              <a:rPr lang="ko-KR" altLang="en-US" sz="2200">
                <a:latin typeface="맑은 고딕"/>
                <a:ea typeface="맑은 고딕"/>
              </a:rPr>
              <a:t>변호사 정보 수집에 대한 반응</a:t>
            </a:r>
            <a:endParaRPr lang="ko-KR" altLang="en-US" sz="2200">
              <a:latin typeface="맑은 고딕"/>
              <a:ea typeface="맑은 고딕"/>
            </a:endParaRPr>
          </a:p>
          <a:p>
            <a:pPr lvl="0">
              <a:defRPr/>
            </a:pPr>
            <a:r>
              <a:rPr lang="ko-KR" altLang="en-US" sz="2200">
                <a:solidFill>
                  <a:srgbClr val="0000ff"/>
                </a:solidFill>
                <a:effectLst/>
                <a:latin typeface="맑은 고딕"/>
                <a:ea typeface="맑은 고딕"/>
              </a:rPr>
              <a:t>긍정 </a:t>
            </a:r>
            <a:r>
              <a:rPr lang="en-US" altLang="ko-KR" sz="2200">
                <a:solidFill>
                  <a:srgbClr val="0000ff"/>
                </a:solidFill>
                <a:effectLst/>
                <a:latin typeface="맑은 고딕"/>
                <a:ea typeface="맑은 고딕"/>
              </a:rPr>
              <a:t>22%</a:t>
            </a:r>
            <a:endParaRPr lang="en-US" altLang="ko-KR" sz="2200">
              <a:solidFill>
                <a:srgbClr val="0000ff"/>
              </a:solidFill>
              <a:effectLst/>
              <a:latin typeface="맑은 고딕"/>
              <a:ea typeface="맑은 고딕"/>
            </a:endParaRPr>
          </a:p>
          <a:p>
            <a:pPr lvl="0">
              <a:defRPr/>
            </a:pPr>
            <a:r>
              <a:rPr lang="ko-KR" altLang="en-US" sz="2200">
                <a:solidFill>
                  <a:srgbClr val="ff0000"/>
                </a:solidFill>
                <a:latin typeface="맑은 고딕"/>
                <a:ea typeface="맑은 고딕"/>
              </a:rPr>
              <a:t>부정 </a:t>
            </a:r>
            <a:r>
              <a:rPr lang="en-US" altLang="ko-KR" sz="2200">
                <a:solidFill>
                  <a:srgbClr val="ff0000"/>
                </a:solidFill>
                <a:latin typeface="맑은 고딕"/>
                <a:ea typeface="맑은 고딕"/>
              </a:rPr>
              <a:t>52.5%</a:t>
            </a:r>
            <a:endParaRPr lang="en-US" altLang="ko-KR" sz="2200">
              <a:solidFill>
                <a:srgbClr val="ff0000"/>
              </a:solidFill>
              <a:latin typeface="맑은 고딕"/>
              <a:ea typeface="맑은 고딕"/>
            </a:endParaRPr>
          </a:p>
        </p:txBody>
      </p:sp>
      <p:pic>
        <p:nvPicPr>
          <p:cNvPr id="9" name=""/>
          <p:cNvPicPr>
            <a:picLocks noChangeAspect="1"/>
          </p:cNvPicPr>
          <p:nvPr/>
        </p:nvPicPr>
        <p:blipFill rotWithShape="1">
          <a:blip r:embed="rId3"/>
          <a:srcRect l="5270" t="34790" r="9990" b="43090"/>
          <a:stretch>
            <a:fillRect/>
          </a:stretch>
        </p:blipFill>
        <p:spPr>
          <a:xfrm>
            <a:off x="146673" y="1201538"/>
            <a:ext cx="8850653" cy="3024203"/>
          </a:xfrm>
          <a:prstGeom prst="rect">
            <a:avLst/>
          </a:prstGeom>
        </p:spPr>
      </p:pic>
      <p:sp>
        <p:nvSpPr>
          <p:cNvPr id="10" name="TextBox 2"/>
          <p:cNvSpPr txBox="1"/>
          <p:nvPr/>
        </p:nvSpPr>
        <p:spPr>
          <a:xfrm>
            <a:off x="6778960" y="2026218"/>
            <a:ext cx="2365040" cy="362652"/>
          </a:xfrm>
          <a:prstGeom prst="rect">
            <a:avLst/>
          </a:prstGeom>
          <a:noFill/>
        </p:spPr>
        <p:txBody>
          <a:bodyPr wrap="square">
            <a:spAutoFit/>
          </a:bodyPr>
          <a:lstStyle/>
          <a:p>
            <a:pPr lvl="0">
              <a:defRPr/>
            </a:pPr>
            <a:endParaRPr lang="ko-KR" altLang="en-US">
              <a:latin typeface="+mn-lt"/>
              <a:ea typeface="+mn-ea"/>
              <a:cs typeface="+mn-cs"/>
            </a:endParaRPr>
          </a:p>
        </p:txBody>
      </p:sp>
      <p:sp>
        <p:nvSpPr>
          <p:cNvPr id="21" name="">
            <a:hlinkClick r:id="rId4"/>
          </p:cNvPr>
          <p:cNvSpPr txBox="1"/>
          <p:nvPr/>
        </p:nvSpPr>
        <p:spPr>
          <a:xfrm>
            <a:off x="7283153" y="3808713"/>
            <a:ext cx="1356653" cy="363179"/>
          </a:xfrm>
          <a:prstGeom prst="rect">
            <a:avLst/>
          </a:prstGeom>
        </p:spPr>
        <p:txBody>
          <a:bodyPr wrap="square">
            <a:spAutoFit/>
          </a:bodyPr>
          <a:lstStyle/>
          <a:p>
            <a:pPr lvl="0">
              <a:defRPr/>
            </a:pPr>
            <a:r>
              <a:rPr lang="ko-KR" altLang="en-US" u="sng">
                <a:ln w="12700">
                  <a:solidFill>
                    <a:srgbClr val="69d8ad"/>
                  </a:solidFill>
                </a:ln>
                <a:solidFill>
                  <a:schemeClr val="dk1"/>
                </a:solidFill>
                <a:latin typeface="+mn-lt"/>
                <a:ea typeface="+mn-ea"/>
                <a:cs typeface="+mn-cs"/>
                <a:hlinkClick r:id="rId5"/>
              </a:rPr>
              <a:t>데이터 링크</a:t>
            </a:r>
            <a:endParaRPr lang="en-US" altLang="en-US">
              <a:ln w="12700">
                <a:solidFill>
                  <a:srgbClr val="69d8ad"/>
                </a:solidFill>
              </a:ln>
            </a:endParaRPr>
          </a:p>
        </p:txBody>
      </p:sp>
      <p:pic>
        <p:nvPicPr>
          <p:cNvPr id="17" name=""/>
          <p:cNvPicPr>
            <a:picLocks noChangeAspect="1"/>
          </p:cNvPicPr>
          <p:nvPr/>
        </p:nvPicPr>
        <p:blipFill rotWithShape="1">
          <a:blip r:embed="rId6"/>
          <a:stretch>
            <a:fillRect/>
          </a:stretch>
        </p:blipFill>
        <p:spPr>
          <a:xfrm>
            <a:off x="7000875" y="4238625"/>
            <a:ext cx="2143125" cy="2619375"/>
          </a:xfrm>
          <a:prstGeom prst="rect">
            <a:avLst/>
          </a:prstGeom>
        </p:spPr>
      </p:pic>
      <p:pic>
        <p:nvPicPr>
          <p:cNvPr id="13" name=""/>
          <p:cNvPicPr>
            <a:picLocks noChangeAspect="1"/>
          </p:cNvPicPr>
          <p:nvPr/>
        </p:nvPicPr>
        <p:blipFill rotWithShape="1">
          <a:blip r:embed="rId7"/>
          <a:srcRect l="8040" t="16420" r="57870" b="9280"/>
          <a:stretch>
            <a:fillRect/>
          </a:stretch>
        </p:blipFill>
        <p:spPr>
          <a:xfrm>
            <a:off x="5290" y="1641346"/>
            <a:ext cx="4929850" cy="5016454"/>
          </a:xfrm>
          <a:prstGeom prst="rect">
            <a:avLst/>
          </a:prstGeom>
        </p:spPr>
      </p:pic>
      <p:sp>
        <p:nvSpPr>
          <p:cNvPr id="15" name=""/>
          <p:cNvSpPr txBox="1"/>
          <p:nvPr/>
        </p:nvSpPr>
        <p:spPr>
          <a:xfrm>
            <a:off x="1580169" y="1981424"/>
            <a:ext cx="1780092" cy="388571"/>
          </a:xfrm>
          <a:prstGeom prst="rect">
            <a:avLst/>
          </a:prstGeom>
        </p:spPr>
        <p:txBody>
          <a:bodyPr wrap="square">
            <a:spAutoFit/>
          </a:bodyPr>
          <a:p>
            <a:pPr algn="ctr">
              <a:defRPr/>
            </a:pPr>
            <a:r>
              <a:rPr lang="ko-KR" altLang="en-US" sz="2000">
                <a:solidFill>
                  <a:srgbClr val="000000"/>
                </a:solidFill>
              </a:rPr>
              <a:t>변호사와 소송</a:t>
            </a:r>
            <a:endParaRPr lang="ko-KR" altLang="en-US" sz="2000">
              <a:solidFill>
                <a:srgbClr val="000000"/>
              </a:solidFill>
            </a:endParaRPr>
          </a:p>
        </p:txBody>
      </p:sp>
      <p:sp>
        <p:nvSpPr>
          <p:cNvPr id="19" name="TextBox 2"/>
          <p:cNvSpPr txBox="1"/>
          <p:nvPr/>
        </p:nvSpPr>
        <p:spPr>
          <a:xfrm>
            <a:off x="4811093" y="1294121"/>
            <a:ext cx="4338197" cy="5673090"/>
          </a:xfrm>
          <a:prstGeom prst="rect">
            <a:avLst/>
          </a:prstGeom>
          <a:solidFill>
            <a:schemeClr val="lt1"/>
          </a:solidFill>
          <a:ln>
            <a:noFill/>
          </a:ln>
          <a:effectLst/>
        </p:spPr>
        <p:txBody>
          <a:bodyPr wrap="square" anchor="ctr" anchorCtr="0">
            <a:spAutoFit/>
          </a:bodyPr>
          <a:lstStyle/>
          <a:p>
            <a:pPr lvl="0">
              <a:defRPr/>
            </a:pPr>
            <a:r>
              <a:rPr lang="ko-KR" altLang="en-US" sz="2500">
                <a:latin typeface="+mn-lt"/>
                <a:ea typeface="+mn-ea"/>
                <a:cs typeface="+mn-cs"/>
              </a:rPr>
              <a:t> </a:t>
            </a:r>
            <a:endParaRPr lang="ko-KR" altLang="en-US" sz="2500">
              <a:latin typeface="+mn-lt"/>
              <a:ea typeface="+mn-ea"/>
              <a:cs typeface="+mn-cs"/>
            </a:endParaRPr>
          </a:p>
          <a:p>
            <a:pPr lvl="0">
              <a:defRPr/>
            </a:pPr>
            <a:r>
              <a:rPr lang="ko-KR" altLang="en-US" sz="2500">
                <a:latin typeface="+mn-lt"/>
                <a:ea typeface="+mn-ea"/>
                <a:cs typeface="+mn-cs"/>
              </a:rPr>
              <a:t>변호사 없이 </a:t>
            </a:r>
            <a:endParaRPr lang="ko-KR" altLang="en-US" sz="2500">
              <a:latin typeface="+mn-lt"/>
              <a:ea typeface="+mn-ea"/>
              <a:cs typeface="+mn-cs"/>
            </a:endParaRPr>
          </a:p>
          <a:p>
            <a:pPr lvl="0">
              <a:defRPr/>
            </a:pPr>
            <a:r>
              <a:rPr lang="ko-KR" altLang="en-US" sz="2500">
                <a:latin typeface="+mn-lt"/>
                <a:ea typeface="+mn-ea"/>
                <a:cs typeface="+mn-cs"/>
              </a:rPr>
              <a:t>소송하는 비율</a:t>
            </a:r>
            <a:endParaRPr lang="ko-KR" altLang="en-US" sz="2500">
              <a:latin typeface="+mn-lt"/>
              <a:ea typeface="+mn-ea"/>
              <a:cs typeface="+mn-cs"/>
            </a:endParaRPr>
          </a:p>
          <a:p>
            <a:pPr lvl="0">
              <a:defRPr/>
            </a:pPr>
            <a:endParaRPr lang="ko-KR" altLang="en-US" sz="2500">
              <a:latin typeface="+mn-lt"/>
              <a:ea typeface="+mn-ea"/>
              <a:cs typeface="+mn-cs"/>
            </a:endParaRPr>
          </a:p>
          <a:p>
            <a:pPr lvl="0">
              <a:defRPr/>
            </a:pPr>
            <a:r>
              <a:rPr lang="ko-KR" altLang="en-US" sz="2500">
                <a:latin typeface="+mn-lt"/>
                <a:ea typeface="+mn-ea"/>
                <a:cs typeface="+mn-cs"/>
              </a:rPr>
              <a:t>변호사와의 소송</a:t>
            </a:r>
            <a:endParaRPr lang="ko-KR" altLang="en-US" sz="2500">
              <a:latin typeface="+mn-lt"/>
              <a:ea typeface="+mn-ea"/>
              <a:cs typeface="+mn-cs"/>
            </a:endParaRPr>
          </a:p>
          <a:p>
            <a:pPr lvl="0">
              <a:defRPr/>
            </a:pPr>
            <a:r>
              <a:rPr lang="en-US" altLang="ko-KR" sz="2500">
                <a:solidFill>
                  <a:srgbClr val="0000ff"/>
                </a:solidFill>
                <a:latin typeface="+mn-lt"/>
                <a:ea typeface="+mn-ea"/>
                <a:cs typeface="+mn-cs"/>
              </a:rPr>
              <a:t>27.4%</a:t>
            </a:r>
            <a:endParaRPr lang="en-US" altLang="ko-KR" sz="2500">
              <a:solidFill>
                <a:srgbClr val="0000ff"/>
              </a:solidFill>
              <a:latin typeface="+mn-lt"/>
              <a:ea typeface="+mn-ea"/>
              <a:cs typeface="+mn-cs"/>
            </a:endParaRPr>
          </a:p>
          <a:p>
            <a:pPr lvl="0">
              <a:defRPr/>
            </a:pPr>
            <a:endParaRPr lang="ko-KR" altLang="en-US" sz="2500">
              <a:latin typeface="+mn-lt"/>
              <a:ea typeface="+mn-ea"/>
              <a:cs typeface="+mn-cs"/>
            </a:endParaRPr>
          </a:p>
          <a:p>
            <a:pPr lvl="0">
              <a:defRPr/>
            </a:pPr>
            <a:r>
              <a:rPr lang="ko-KR" altLang="en-US" sz="2500">
                <a:latin typeface="+mn-lt"/>
                <a:ea typeface="+mn-ea"/>
                <a:cs typeface="+mn-cs"/>
              </a:rPr>
              <a:t>나홀로 소송</a:t>
            </a:r>
            <a:endParaRPr lang="ko-KR" altLang="en-US" sz="2500">
              <a:latin typeface="+mn-lt"/>
              <a:ea typeface="+mn-ea"/>
              <a:cs typeface="+mn-cs"/>
            </a:endParaRPr>
          </a:p>
          <a:p>
            <a:pPr lvl="0">
              <a:defRPr/>
            </a:pPr>
            <a:r>
              <a:rPr lang="en-US" altLang="ko-KR" sz="2500">
                <a:solidFill>
                  <a:srgbClr val="ff0000"/>
                </a:solidFill>
                <a:latin typeface="+mn-lt"/>
                <a:ea typeface="+mn-ea"/>
                <a:cs typeface="+mn-cs"/>
              </a:rPr>
              <a:t>72.6%</a:t>
            </a:r>
            <a:endParaRPr lang="en-US" altLang="ko-KR" sz="2500">
              <a:solidFill>
                <a:srgbClr val="ff0000"/>
              </a:solidFill>
              <a:latin typeface="+mn-lt"/>
              <a:ea typeface="+mn-ea"/>
              <a:cs typeface="+mn-cs"/>
            </a:endParaRPr>
          </a:p>
          <a:p>
            <a:pPr lvl="0">
              <a:defRPr/>
            </a:pPr>
            <a:endParaRPr lang="ko-KR" altLang="en-US" sz="2500">
              <a:latin typeface="+mn-lt"/>
              <a:ea typeface="+mn-ea"/>
              <a:cs typeface="+mn-cs"/>
            </a:endParaRPr>
          </a:p>
          <a:p>
            <a:pPr lvl="0">
              <a:defRPr/>
            </a:pPr>
            <a:endParaRPr lang="ko-KR" altLang="en-US" sz="2500">
              <a:latin typeface="+mn-lt"/>
              <a:ea typeface="+mn-ea"/>
              <a:cs typeface="+mn-cs"/>
            </a:endParaRPr>
          </a:p>
          <a:p>
            <a:pPr lvl="0">
              <a:defRPr/>
            </a:pPr>
            <a:endParaRPr lang="ko-KR" altLang="en-US" sz="2500">
              <a:latin typeface="+mn-lt"/>
              <a:ea typeface="+mn-ea"/>
              <a:cs typeface="+mn-cs"/>
            </a:endParaRPr>
          </a:p>
          <a:p>
            <a:pPr lvl="0">
              <a:defRPr/>
            </a:pPr>
            <a:r>
              <a:rPr lang="ko-KR" altLang="en-US" sz="1600" u="sng">
                <a:ln w="9525">
                  <a:solidFill>
                    <a:srgbClr val="69d8ad"/>
                  </a:solidFill>
                </a:ln>
                <a:solidFill>
                  <a:schemeClr val="dk1"/>
                </a:solidFill>
                <a:latin typeface="+mn-lt"/>
                <a:ea typeface="+mn-ea"/>
                <a:cs typeface="+mn-cs"/>
                <a:hlinkClick r:id="rId5"/>
              </a:rPr>
              <a:t>데이터 링크</a:t>
            </a:r>
            <a:endParaRPr lang="ko-KR" altLang="en-US" sz="1600" u="sng">
              <a:ln w="9525">
                <a:solidFill>
                  <a:srgbClr val="69d8ad"/>
                </a:solidFill>
              </a:ln>
              <a:solidFill>
                <a:schemeClr val="dk1"/>
              </a:solidFill>
              <a:latin typeface="+mn-lt"/>
              <a:ea typeface="+mn-ea"/>
              <a:cs typeface="+mn-cs"/>
            </a:endParaRPr>
          </a:p>
          <a:p>
            <a:pPr lvl="0">
              <a:defRPr/>
            </a:pPr>
            <a:endParaRPr lang="ko-KR" altLang="en-US" sz="2500">
              <a:latin typeface="+mn-lt"/>
              <a:ea typeface="+mn-ea"/>
              <a:cs typeface="+mn-cs"/>
            </a:endParaRPr>
          </a:p>
          <a:p>
            <a:pPr lvl="0">
              <a:defRPr/>
            </a:pPr>
            <a:endParaRPr lang="ko-KR" altLang="en-US" sz="2500">
              <a:latin typeface="+mn-lt"/>
              <a:ea typeface="+mn-ea"/>
              <a:cs typeface="+mn-cs"/>
            </a:endParaRPr>
          </a:p>
        </p:txBody>
      </p:sp>
      <p:sp>
        <p:nvSpPr>
          <p:cNvPr id="16" name=""/>
          <p:cNvSpPr txBox="1"/>
          <p:nvPr/>
        </p:nvSpPr>
        <p:spPr>
          <a:xfrm>
            <a:off x="1460785" y="4846495"/>
            <a:ext cx="2018862" cy="419100"/>
          </a:xfrm>
          <a:prstGeom prst="rect">
            <a:avLst/>
          </a:prstGeom>
        </p:spPr>
        <p:txBody>
          <a:bodyPr wrap="square">
            <a:spAutoFit/>
          </a:bodyPr>
          <a:lstStyle/>
          <a:p>
            <a:pPr algn="ctr">
              <a:defRPr/>
            </a:pPr>
            <a:r>
              <a:rPr lang="ko-KR" altLang="en-US" sz="2200">
                <a:solidFill>
                  <a:srgbClr val="000000"/>
                </a:solidFill>
              </a:rPr>
              <a:t>나홀로 소송</a:t>
            </a:r>
            <a:endParaRPr lang="ko-KR" altLang="en-US" sz="2200">
              <a:solidFill>
                <a:srgbClr val="000000"/>
              </a:solidFill>
            </a:endParaRPr>
          </a:p>
        </p:txBody>
      </p:sp>
      <p:sp>
        <p:nvSpPr>
          <p:cNvPr id="14" name=""/>
          <p:cNvSpPr/>
          <p:nvPr/>
        </p:nvSpPr>
        <p:spPr>
          <a:xfrm>
            <a:off x="5290" y="1201538"/>
            <a:ext cx="4929850" cy="439808"/>
          </a:xfrm>
          <a:prstGeom prst="rect">
            <a:avLst/>
          </a:prstGeom>
          <a:solidFill>
            <a:schemeClr val="lt1"/>
          </a:solidFill>
          <a:ln>
            <a:noFill/>
          </a:ln>
        </p:spPr>
        <p:style>
          <a:lnRef idx="2">
            <a:schemeClr val="accent1">
              <a:shade val="20000"/>
            </a:schemeClr>
          </a:lnRef>
          <a:fillRef idx="1">
            <a:schemeClr val="accent1"/>
          </a:fillRef>
          <a:effectRef idx="0">
            <a:schemeClr val="accent1"/>
          </a:effectRef>
          <a:fontRef idx="minor">
            <a:schemeClr val="lt1"/>
          </a:fontRef>
        </p:style>
        <p:txBody>
          <a:bodyPr anchor="ctr"/>
          <a:p>
            <a:pPr algn="ctr">
              <a:defRPr/>
            </a:pPr>
            <a:r>
              <a:rPr lang="ko-KR" altLang="en-US">
                <a:solidFill>
                  <a:schemeClr val="tx1"/>
                </a:solidFill>
              </a:rPr>
              <a:t>나홀로 소송 데이터</a:t>
            </a:r>
            <a:endParaRPr lang="ko-KR"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grpId="1"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2"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grpId="3"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1000"/>
                                        <p:tgtEl>
                                          <p:spTgt spid="19"/>
                                        </p:tgtEl>
                                      </p:cBhvr>
                                    </p:animEffect>
                                    <p:anim calcmode="lin" valueType="num">
                                      <p:cBhvr>
                                        <p:cTn id="28" dur="1000" fill="hold"/>
                                        <p:tgtEl>
                                          <p:spTgt spid="19"/>
                                        </p:tgtEl>
                                        <p:attrNameLst>
                                          <p:attrName>ppt_x</p:attrName>
                                        </p:attrNameLst>
                                      </p:cBhvr>
                                      <p:tavLst>
                                        <p:tav tm="0">
                                          <p:val>
                                            <p:strVal val="#ppt_x"/>
                                          </p:val>
                                        </p:tav>
                                        <p:tav tm="100000">
                                          <p:val>
                                            <p:strVal val="#ppt_x"/>
                                          </p:val>
                                        </p:tav>
                                      </p:tavLst>
                                    </p:anim>
                                    <p:anim calcmode="lin" valueType="num">
                                      <p:cBhvr>
                                        <p:cTn id="2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1" animBg="1"/>
      <p:bldP spid="16" grpId="2" animBg="1"/>
      <p:bldP spid="19" grpId="3" animBg="1"/>
    </p:bldLst>
  </p:timing>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338324" y="274638"/>
            <a:ext cx="6939539" cy="939784"/>
          </a:xfrm>
        </p:spPr>
        <p:txBody>
          <a:bodyPr/>
          <a:lstStyle/>
          <a:p>
            <a:pPr lvl="0">
              <a:defRPr/>
            </a:pPr>
            <a:r>
              <a:rPr lang="ko-KR" altLang="en-US"/>
              <a:t>프로젝트 기획 의도 </a:t>
            </a:r>
            <a:endParaRPr lang="ko-KR" altLang="en-US"/>
          </a:p>
        </p:txBody>
      </p:sp>
      <p:pic>
        <p:nvPicPr>
          <p:cNvPr id="9" name=""/>
          <p:cNvPicPr>
            <a:picLocks noChangeAspect="1"/>
          </p:cNvPicPr>
          <p:nvPr/>
        </p:nvPicPr>
        <p:blipFill rotWithShape="1">
          <a:blip r:embed="rId2"/>
          <a:srcRect l="4580" r="4890" b="50000"/>
          <a:stretch>
            <a:fillRect/>
          </a:stretch>
        </p:blipFill>
        <p:spPr>
          <a:xfrm>
            <a:off x="0" y="1214422"/>
            <a:ext cx="8166772" cy="4294497"/>
          </a:xfrm>
          <a:prstGeom prst="rect">
            <a:avLst/>
          </a:prstGeom>
        </p:spPr>
      </p:pic>
      <p:pic>
        <p:nvPicPr>
          <p:cNvPr id="10" name=""/>
          <p:cNvPicPr>
            <a:picLocks noChangeAspect="1"/>
          </p:cNvPicPr>
          <p:nvPr/>
        </p:nvPicPr>
        <p:blipFill rotWithShape="1">
          <a:blip r:embed="rId3"/>
          <a:srcRect l="6450" t="50000" r="7140"/>
          <a:stretch>
            <a:fillRect/>
          </a:stretch>
        </p:blipFill>
        <p:spPr>
          <a:xfrm>
            <a:off x="0" y="1215605"/>
            <a:ext cx="8035498" cy="4426789"/>
          </a:xfrm>
          <a:prstGeom prst="rect">
            <a:avLst/>
          </a:prstGeom>
        </p:spPr>
      </p:pic>
      <p:sp>
        <p:nvSpPr>
          <p:cNvPr id="15" name="TextBox 2"/>
          <p:cNvSpPr txBox="1"/>
          <p:nvPr/>
        </p:nvSpPr>
        <p:spPr>
          <a:xfrm>
            <a:off x="-1" y="5450205"/>
            <a:ext cx="9144001" cy="1234440"/>
          </a:xfrm>
          <a:prstGeom prst="rect">
            <a:avLst/>
          </a:prstGeom>
          <a:solidFill>
            <a:schemeClr val="lt1"/>
          </a:solidFill>
          <a:ln>
            <a:noFill/>
          </a:ln>
          <a:effectLst/>
        </p:spPr>
        <p:txBody>
          <a:bodyPr wrap="square" anchor="ctr" anchorCtr="0">
            <a:spAutoFit/>
          </a:bodyPr>
          <a:lstStyle/>
          <a:p>
            <a:pPr lvl="0">
              <a:defRPr/>
            </a:pPr>
            <a:r>
              <a:rPr lang="ko-KR" altLang="en-US" sz="2500">
                <a:latin typeface="+mn-lt"/>
                <a:ea typeface="+mn-ea"/>
                <a:cs typeface="+mn-cs"/>
              </a:rPr>
              <a:t>법률 플랫폼 이용 의사 </a:t>
            </a:r>
            <a:endParaRPr lang="ko-KR" altLang="en-US" sz="2500">
              <a:latin typeface="+mn-lt"/>
              <a:ea typeface="+mn-ea"/>
              <a:cs typeface="+mn-cs"/>
            </a:endParaRPr>
          </a:p>
          <a:p>
            <a:pPr lvl="0">
              <a:defRPr/>
            </a:pPr>
            <a:r>
              <a:rPr lang="ko-KR" altLang="en-US" sz="2500">
                <a:latin typeface="+mn-lt"/>
                <a:ea typeface="+mn-ea"/>
                <a:cs typeface="+mn-cs"/>
              </a:rPr>
              <a:t>이용 안하거나 고민 </a:t>
            </a:r>
            <a:r>
              <a:rPr lang="en-US" altLang="ko-KR" sz="2500">
                <a:solidFill>
                  <a:srgbClr val="ff0000"/>
                </a:solidFill>
                <a:latin typeface="+mn-lt"/>
                <a:ea typeface="+mn-ea"/>
                <a:cs typeface="+mn-cs"/>
              </a:rPr>
              <a:t>33.4</a:t>
            </a:r>
            <a:r>
              <a:rPr lang="ko-KR" altLang="en-US" sz="2500">
                <a:solidFill>
                  <a:srgbClr val="ff0000"/>
                </a:solidFill>
                <a:latin typeface="+mn-lt"/>
                <a:ea typeface="+mn-ea"/>
                <a:cs typeface="+mn-cs"/>
              </a:rPr>
              <a:t> </a:t>
            </a:r>
            <a:r>
              <a:rPr lang="en-US" altLang="ko-KR" sz="2500">
                <a:solidFill>
                  <a:srgbClr val="ff0000"/>
                </a:solidFill>
                <a:latin typeface="+mn-lt"/>
                <a:ea typeface="+mn-ea"/>
                <a:cs typeface="+mn-cs"/>
              </a:rPr>
              <a:t>%</a:t>
            </a:r>
            <a:endParaRPr lang="en-US" altLang="ko-KR" sz="2500">
              <a:solidFill>
                <a:srgbClr val="ff0000"/>
              </a:solidFill>
              <a:latin typeface="+mn-lt"/>
              <a:ea typeface="+mn-ea"/>
              <a:cs typeface="+mn-cs"/>
            </a:endParaRPr>
          </a:p>
          <a:p>
            <a:pPr lvl="0">
              <a:defRPr/>
            </a:pPr>
            <a:r>
              <a:rPr lang="ko-KR" altLang="en-US" sz="2500">
                <a:latin typeface="+mn-lt"/>
                <a:ea typeface="+mn-ea"/>
                <a:cs typeface="+mn-cs"/>
              </a:rPr>
              <a:t>이용 한다 </a:t>
            </a:r>
            <a:r>
              <a:rPr lang="en-US" altLang="ko-KR" sz="2500">
                <a:solidFill>
                  <a:srgbClr val="0000ff"/>
                </a:solidFill>
                <a:latin typeface="+mn-lt"/>
                <a:ea typeface="+mn-ea"/>
                <a:cs typeface="+mn-cs"/>
              </a:rPr>
              <a:t>66.6</a:t>
            </a:r>
            <a:r>
              <a:rPr lang="ko-KR" altLang="en-US" sz="2500">
                <a:solidFill>
                  <a:srgbClr val="0000ff"/>
                </a:solidFill>
                <a:latin typeface="+mn-lt"/>
                <a:ea typeface="+mn-ea"/>
                <a:cs typeface="+mn-cs"/>
              </a:rPr>
              <a:t> </a:t>
            </a:r>
            <a:r>
              <a:rPr lang="en-US" altLang="ko-KR" sz="2500">
                <a:solidFill>
                  <a:srgbClr val="0000ff"/>
                </a:solidFill>
                <a:latin typeface="+mn-lt"/>
                <a:ea typeface="+mn-ea"/>
                <a:cs typeface="+mn-cs"/>
              </a:rPr>
              <a:t>%</a:t>
            </a:r>
            <a:endParaRPr lang="en-US" altLang="ko-KR" sz="2500">
              <a:solidFill>
                <a:srgbClr val="0000ff"/>
              </a:solidFill>
              <a:latin typeface="+mn-lt"/>
              <a:ea typeface="+mn-ea"/>
              <a:cs typeface="+mn-cs"/>
            </a:endParaRPr>
          </a:p>
        </p:txBody>
      </p:sp>
      <p:sp>
        <p:nvSpPr>
          <p:cNvPr id="16" name="TextBox 2"/>
          <p:cNvSpPr txBox="1"/>
          <p:nvPr/>
        </p:nvSpPr>
        <p:spPr>
          <a:xfrm>
            <a:off x="-1" y="5450205"/>
            <a:ext cx="9144001" cy="1234440"/>
          </a:xfrm>
          <a:prstGeom prst="rect">
            <a:avLst/>
          </a:prstGeom>
          <a:solidFill>
            <a:schemeClr val="lt1"/>
          </a:solidFill>
          <a:ln>
            <a:noFill/>
          </a:ln>
          <a:effectLst/>
        </p:spPr>
        <p:txBody>
          <a:bodyPr wrap="square" anchor="ctr" anchorCtr="0">
            <a:spAutoFit/>
          </a:bodyPr>
          <a:lstStyle/>
          <a:p>
            <a:pPr lvl="0">
              <a:defRPr/>
            </a:pPr>
            <a:r>
              <a:rPr lang="ko-KR" altLang="en-US" sz="2500">
                <a:latin typeface="+mn-lt"/>
                <a:ea typeface="+mn-ea"/>
                <a:cs typeface="+mn-cs"/>
              </a:rPr>
              <a:t>법률 플랫폼 이용 사유 및</a:t>
            </a:r>
            <a:endParaRPr lang="ko-KR" altLang="en-US" sz="2500">
              <a:latin typeface="+mn-lt"/>
              <a:ea typeface="+mn-ea"/>
              <a:cs typeface="+mn-cs"/>
            </a:endParaRPr>
          </a:p>
          <a:p>
            <a:pPr lvl="0">
              <a:defRPr/>
            </a:pPr>
            <a:r>
              <a:rPr lang="ko-KR" altLang="en-US" sz="2500">
                <a:latin typeface="+mn-lt"/>
                <a:ea typeface="+mn-ea"/>
                <a:cs typeface="+mn-cs"/>
              </a:rPr>
              <a:t>필요한 서비스 분야에 대한 데이터</a:t>
            </a:r>
            <a:endParaRPr lang="ko-KR" altLang="en-US" sz="2500">
              <a:latin typeface="+mn-lt"/>
              <a:ea typeface="+mn-ea"/>
              <a:cs typeface="+mn-cs"/>
            </a:endParaRPr>
          </a:p>
          <a:p>
            <a:pPr lvl="0">
              <a:defRPr/>
            </a:pPr>
            <a:endParaRPr lang="en-US" altLang="ko-KR" sz="2500">
              <a:solidFill>
                <a:srgbClr val="0000ff"/>
              </a:solidFill>
              <a:latin typeface="+mn-lt"/>
              <a:ea typeface="+mn-ea"/>
              <a:cs typeface="+mn-cs"/>
            </a:endParaRPr>
          </a:p>
        </p:txBody>
      </p:sp>
      <p:sp>
        <p:nvSpPr>
          <p:cNvPr id="21" name=""/>
          <p:cNvSpPr txBox="1"/>
          <p:nvPr/>
        </p:nvSpPr>
        <p:spPr>
          <a:xfrm>
            <a:off x="6976146" y="5113020"/>
            <a:ext cx="1190625" cy="337185"/>
          </a:xfrm>
          <a:prstGeom prst="rect">
            <a:avLst/>
          </a:prstGeom>
        </p:spPr>
        <p:txBody>
          <a:bodyPr wrap="square">
            <a:spAutoFit/>
          </a:bodyPr>
          <a:lstStyle/>
          <a:p>
            <a:pPr lvl="0">
              <a:defRPr/>
            </a:pPr>
            <a:r>
              <a:rPr lang="ko-KR" altLang="en-US" sz="1600" u="sng">
                <a:ln w="9525">
                  <a:solidFill>
                    <a:srgbClr val="69d8ad"/>
                  </a:solidFill>
                </a:ln>
                <a:solidFill>
                  <a:schemeClr val="dk1"/>
                </a:solidFill>
                <a:latin typeface="+mn-lt"/>
                <a:ea typeface="+mn-ea"/>
                <a:cs typeface="+mn-cs"/>
                <a:hlinkClick r:id="rId4"/>
              </a:rPr>
              <a:t>데이터 링크</a:t>
            </a:r>
            <a:endParaRPr lang="ko-KR" altLang="en-US">
              <a:ln w="9525">
                <a:solidFill>
                  <a:srgbClr val="69d8ad"/>
                </a:solidFill>
              </a:ln>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p:txBody>
          <a:bodyPr/>
          <a:lstStyle/>
          <a:p>
            <a:pPr lvl="0">
              <a:defRPr/>
            </a:pPr>
            <a:r>
              <a:rPr lang="ko-KR" altLang="en-US"/>
              <a:t>개발 목표</a:t>
            </a:r>
            <a:endParaRPr lang="ko-KR" altLang="en-US"/>
          </a:p>
        </p:txBody>
      </p:sp>
      <p:sp>
        <p:nvSpPr>
          <p:cNvPr id="4" name="Rounded Rectangle 2"/>
          <p:cNvSpPr/>
          <p:nvPr/>
        </p:nvSpPr>
        <p:spPr>
          <a:xfrm>
            <a:off x="457199" y="1939924"/>
            <a:ext cx="2468880" cy="3095625"/>
          </a:xfrm>
          <a:prstGeom prst="roundRect">
            <a:avLst>
              <a:gd name="adj" fmla="val 16667"/>
            </a:avLst>
          </a:prstGeom>
          <a:solidFill>
            <a:srgbClr val="e6f0ff"/>
          </a:solidFill>
          <a:ln>
            <a:solidFill>
              <a:srgbClr val="0066cc"/>
            </a:solidFill>
          </a:ln>
        </p:spPr>
        <p:style>
          <a:lnRef idx="1">
            <a:schemeClr val="accent1"/>
          </a:lnRef>
          <a:fillRef idx="3">
            <a:schemeClr val="accent1"/>
          </a:fillRef>
          <a:effectRef idx="2">
            <a:schemeClr val="accent1"/>
          </a:effectRef>
          <a:fontRef idx="minor">
            <a:schemeClr val="lt1"/>
          </a:fontRef>
        </p:style>
        <p:txBody>
          <a:bodyPr anchor="ctr"/>
          <a:lstStyle/>
          <a:p>
            <a:pPr algn="ctr">
              <a:defRPr sz="1800" b="1">
                <a:solidFill>
                  <a:srgbClr val="0066cc"/>
                </a:solidFill>
              </a:defRPr>
            </a:pPr>
            <a:r>
              <a:rPr lang="ko-KR" altLang="en-US" sz="2100">
                <a:latin typeface="한컴 윤고딕 230"/>
              </a:rPr>
              <a:t>1. 통합 법률 솔루션 구축</a:t>
            </a:r>
            <a:endParaRPr lang="ko-KR" altLang="en-US" sz="2100">
              <a:latin typeface="한컴 윤고딕 230"/>
            </a:endParaRPr>
          </a:p>
          <a:p>
            <a:pPr algn="ctr">
              <a:defRPr sz="1800" b="1">
                <a:solidFill>
                  <a:srgbClr val="0066cc"/>
                </a:solidFill>
              </a:defRPr>
            </a:pPr>
            <a:endParaRPr lang="ko-KR" altLang="en-US" sz="2100">
              <a:latin typeface="한컴 윤고딕 230"/>
            </a:endParaRPr>
          </a:p>
          <a:p>
            <a:pPr algn="ctr">
              <a:defRPr sz="1400">
                <a:solidFill>
                  <a:srgbClr val="282828"/>
                </a:solidFill>
              </a:defRPr>
            </a:pPr>
            <a:r>
              <a:rPr lang="ko-KR" altLang="en-US" sz="1700">
                <a:latin typeface="한컴 윤고딕 230"/>
              </a:rPr>
              <a:t>All</a:t>
            </a:r>
            <a:r>
              <a:rPr lang="ko-KR" altLang="en-US" sz="1700"/>
              <a:t>‑</a:t>
            </a:r>
            <a:r>
              <a:rPr lang="ko-KR" altLang="en-US" sz="1700">
                <a:latin typeface="한컴 윤고딕 230"/>
              </a:rPr>
              <a:t>in</a:t>
            </a:r>
            <a:r>
              <a:rPr lang="ko-KR" altLang="en-US" sz="1700"/>
              <a:t>‑</a:t>
            </a:r>
            <a:r>
              <a:rPr lang="ko-KR" altLang="en-US" sz="1700">
                <a:latin typeface="한컴 윤고딕 230"/>
              </a:rPr>
              <a:t>One 법률 서비스 시스템 구축</a:t>
            </a:r>
            <a:endParaRPr lang="ko-KR" altLang="en-US" sz="1700">
              <a:latin typeface="한컴 윤고딕 230"/>
            </a:endParaRPr>
          </a:p>
        </p:txBody>
      </p:sp>
      <p:sp>
        <p:nvSpPr>
          <p:cNvPr id="5" name="Rounded Rectangle 3"/>
          <p:cNvSpPr/>
          <p:nvPr/>
        </p:nvSpPr>
        <p:spPr>
          <a:xfrm>
            <a:off x="3337560" y="1939924"/>
            <a:ext cx="2468880" cy="3095625"/>
          </a:xfrm>
          <a:prstGeom prst="roundRect">
            <a:avLst>
              <a:gd name="adj" fmla="val 16667"/>
            </a:avLst>
          </a:prstGeom>
          <a:solidFill>
            <a:srgbClr val="e6f0ff"/>
          </a:solidFill>
          <a:ln>
            <a:solidFill>
              <a:srgbClr val="0066cc"/>
            </a:solidFill>
          </a:ln>
        </p:spPr>
        <p:style>
          <a:lnRef idx="1">
            <a:schemeClr val="accent1"/>
          </a:lnRef>
          <a:fillRef idx="3">
            <a:schemeClr val="accent1"/>
          </a:fillRef>
          <a:effectRef idx="2">
            <a:schemeClr val="accent1"/>
          </a:effectRef>
          <a:fontRef idx="minor">
            <a:schemeClr val="lt1"/>
          </a:fontRef>
        </p:style>
        <p:txBody>
          <a:bodyPr anchor="ctr"/>
          <a:lstStyle/>
          <a:p>
            <a:pPr algn="ctr">
              <a:defRPr sz="1800" b="1">
                <a:solidFill>
                  <a:srgbClr val="0066cc"/>
                </a:solidFill>
              </a:defRPr>
            </a:pPr>
            <a:r>
              <a:rPr lang="ko-KR" altLang="en-US" sz="1900"/>
              <a:t>2. 실시간 소통 기능 강화</a:t>
            </a:r>
            <a:endParaRPr lang="ko-KR" altLang="en-US" sz="1900"/>
          </a:p>
          <a:p>
            <a:pPr algn="ctr">
              <a:defRPr sz="1800" b="1">
                <a:solidFill>
                  <a:srgbClr val="0066cc"/>
                </a:solidFill>
              </a:defRPr>
            </a:pPr>
            <a:endParaRPr lang="ko-KR" altLang="en-US" sz="1900"/>
          </a:p>
          <a:p>
            <a:pPr algn="ctr">
              <a:defRPr sz="1400">
                <a:solidFill>
                  <a:srgbClr val="282828"/>
                </a:solidFill>
              </a:defRPr>
            </a:pPr>
            <a:r>
              <a:rPr lang="ko-KR" altLang="en-US" sz="1900"/>
              <a:t>WebSocket 기반 실시간 채팅과 인앱 알림 시스템 제공</a:t>
            </a:r>
            <a:endParaRPr lang="ko-KR" altLang="en-US" sz="1900"/>
          </a:p>
        </p:txBody>
      </p:sp>
      <p:sp>
        <p:nvSpPr>
          <p:cNvPr id="6" name="Rounded Rectangle 4"/>
          <p:cNvSpPr/>
          <p:nvPr/>
        </p:nvSpPr>
        <p:spPr>
          <a:xfrm>
            <a:off x="6217919" y="1939924"/>
            <a:ext cx="2468880" cy="3095625"/>
          </a:xfrm>
          <a:prstGeom prst="roundRect">
            <a:avLst>
              <a:gd name="adj" fmla="val 16667"/>
            </a:avLst>
          </a:prstGeom>
          <a:solidFill>
            <a:srgbClr val="e6f0ff"/>
          </a:solidFill>
          <a:ln>
            <a:solidFill>
              <a:srgbClr val="0066cc"/>
            </a:solidFill>
          </a:ln>
        </p:spPr>
        <p:style>
          <a:lnRef idx="1">
            <a:schemeClr val="accent1"/>
          </a:lnRef>
          <a:fillRef idx="3">
            <a:schemeClr val="accent1"/>
          </a:fillRef>
          <a:effectRef idx="2">
            <a:schemeClr val="accent1"/>
          </a:effectRef>
          <a:fontRef idx="minor">
            <a:schemeClr val="lt1"/>
          </a:fontRef>
        </p:style>
        <p:txBody>
          <a:bodyPr anchor="ctr"/>
          <a:lstStyle/>
          <a:p>
            <a:pPr algn="ctr">
              <a:defRPr sz="1800" b="1">
                <a:solidFill>
                  <a:srgbClr val="0066cc"/>
                </a:solidFill>
              </a:defRPr>
            </a:pPr>
            <a:r>
              <a:rPr lang="ko-KR" altLang="en-US" sz="1900"/>
              <a:t>3. 데이터 기반 서비스 제공</a:t>
            </a:r>
            <a:endParaRPr lang="ko-KR" altLang="en-US" sz="1900"/>
          </a:p>
          <a:p>
            <a:pPr algn="ctr">
              <a:defRPr sz="1800" b="1">
                <a:solidFill>
                  <a:srgbClr val="0066cc"/>
                </a:solidFill>
              </a:defRPr>
            </a:pPr>
            <a:endParaRPr lang="ko-KR" altLang="en-US" sz="1900"/>
          </a:p>
          <a:p>
            <a:pPr algn="ctr">
              <a:defRPr sz="1400">
                <a:solidFill>
                  <a:srgbClr val="282828"/>
                </a:solidFill>
              </a:defRPr>
            </a:pPr>
            <a:r>
              <a:rPr lang="ko-KR" altLang="en-US" sz="1900"/>
              <a:t>Python 통계 분석 결과를 React 차트로 시각화하여 데이터 제공</a:t>
            </a:r>
            <a:endParaRPr lang="ko-KR" altLang="en-US" sz="19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idx="0"/>
          </p:nvPr>
        </p:nvSpPr>
        <p:spPr/>
        <p:txBody>
          <a:bodyPr/>
          <a:lstStyle/>
          <a:p>
            <a:pPr lvl="0">
              <a:defRPr/>
            </a:pPr>
            <a:r>
              <a:rPr lang="ko-KR" altLang="en-US"/>
              <a:t>개발 일정</a:t>
            </a:r>
            <a:endParaRPr lang="ko-KR" altLang="en-US"/>
          </a:p>
        </p:txBody>
      </p:sp>
      <p:graphicFrame>
        <p:nvGraphicFramePr>
          <p:cNvPr id="5" name="Group 2"/>
          <p:cNvGraphicFramePr>
            <a:graphicFrameLocks noGrp="1"/>
          </p:cNvGraphicFramePr>
          <p:nvPr/>
        </p:nvGraphicFramePr>
        <p:xfrm>
          <a:off x="457199" y="1449873"/>
          <a:ext cx="7894950" cy="4777922"/>
        </p:xfrm>
        <a:graphic>
          <a:graphicData uri="http://schemas.openxmlformats.org/drawingml/2006/table">
            <a:tbl>
              <a:tblPr firstRow="1" bandRow="1"/>
              <a:tblGrid>
                <a:gridCol w="1903898"/>
                <a:gridCol w="1765875"/>
                <a:gridCol w="2820878"/>
                <a:gridCol w="1404299"/>
              </a:tblGrid>
              <a:tr h="807320">
                <a:tc>
                  <a:txBody>
                    <a:bodyPr vert="horz" lIns="345855" tIns="44961" rIns="86464" bIns="44961" anchor="ctr" anchorCtr="0"/>
                    <a:p>
                      <a:pPr marL="0" lvl="0" indent="0" algn="ctr">
                        <a:lnSpc>
                          <a:spcPct val="100000"/>
                        </a:lnSpc>
                        <a:spcBef>
                          <a:spcPct val="0"/>
                        </a:spcBef>
                        <a:spcAft>
                          <a:spcPct val="0"/>
                        </a:spcAft>
                        <a:buNone/>
                        <a:defRPr/>
                      </a:pPr>
                      <a:r>
                        <a:rPr lang="ko-KR" altLang="en-US" sz="2300" b="0" i="0" spc="5">
                          <a:solidFill>
                            <a:schemeClr val="accent3">
                              <a:lumMod val="20000"/>
                              <a:lumOff val="80000"/>
                            </a:schemeClr>
                          </a:solidFill>
                          <a:cs typeface="+mn-cs"/>
                        </a:rPr>
                        <a:t>단계</a:t>
                      </a:r>
                      <a:endParaRPr lang="ko-KR" altLang="en-US" sz="2300" b="0" i="0" spc="5">
                        <a:solidFill>
                          <a:schemeClr val="accent3">
                            <a:lumMod val="20000"/>
                            <a:lumOff val="80000"/>
                          </a:schemeClr>
                        </a:solidFill>
                        <a:cs typeface="+mn-cs"/>
                      </a:endParaRPr>
                    </a:p>
                  </a:txBody>
                  <a:tcPr marL="345855" marR="86464" marT="44961" marB="44961" anchor="ctr" horzOverflow="overflow">
                    <a:lnL w="12700" cap="flat" cmpd="sng" algn="ctr">
                      <a:noFill/>
                      <a:prstDash val="solid"/>
                      <a:round/>
                    </a:lnL>
                    <a:lnR w="12700" cap="flat" cmpd="sng" algn="ctr">
                      <a:noFill/>
                      <a:prstDash val="solid"/>
                      <a:round/>
                    </a:lnR>
                    <a:lnT w="12700" cap="flat" cmpd="sng" algn="ctr">
                      <a:solidFill>
                        <a:schemeClr val="bg1">
                          <a:lumMod val="75000"/>
                        </a:schemeClr>
                      </a:solidFill>
                      <a:prstDash val="solid"/>
                      <a:round/>
                    </a:lnT>
                    <a:lnB w="12700" cap="flat" cmpd="sng" algn="ctr">
                      <a:solidFill>
                        <a:schemeClr val="bg1">
                          <a:lumMod val="75000"/>
                        </a:schemeClr>
                      </a:solidFill>
                      <a:prstDash val="solid"/>
                      <a:round/>
                    </a:lnB>
                    <a:lnTlToBr>
                      <a:noFill/>
                    </a:lnTlToBr>
                    <a:lnBlToTr>
                      <a:noFill/>
                    </a:lnBlToTr>
                    <a:solidFill>
                      <a:schemeClr val="accent3"/>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en-US" sz="2300" b="0" i="0" spc="5">
                          <a:solidFill>
                            <a:schemeClr val="accent2">
                              <a:lumMod val="20000"/>
                              <a:lumOff val="80000"/>
                            </a:schemeClr>
                          </a:solidFill>
                          <a:cs typeface="+mn-cs"/>
                        </a:rPr>
                        <a:t>기간</a:t>
                      </a:r>
                      <a:endParaRPr lang="ko-KR" altLang="en-US" sz="2300" b="0" i="0" spc="5">
                        <a:solidFill>
                          <a:schemeClr val="accent2">
                            <a:lumMod val="20000"/>
                            <a:lumOff val="80000"/>
                          </a:schemeClr>
                        </a:solidFill>
                        <a:cs typeface="+mn-cs"/>
                      </a:endParaRPr>
                    </a:p>
                  </a:txBody>
                  <a:tcPr marL="86464" marR="86464" marT="44961" marB="44961" anchor="ctr" horzOverflow="overflow">
                    <a:lnL w="12700" cap="flat" cmpd="sng" algn="ctr">
                      <a:noFill/>
                      <a:prstDash val="solid"/>
                      <a:round/>
                    </a:lnL>
                    <a:lnR w="12700" cap="flat" cmpd="sng" algn="ctr">
                      <a:solidFill>
                        <a:schemeClr val="bg1"/>
                      </a:solidFill>
                      <a:prstDash val="solid"/>
                      <a:round/>
                    </a:lnR>
                    <a:lnT w="12700" cap="flat" cmpd="sng" algn="ctr">
                      <a:solidFill>
                        <a:schemeClr val="bg1">
                          <a:lumMod val="75000"/>
                        </a:schemeClr>
                      </a:solidFill>
                      <a:prstDash val="solid"/>
                      <a:round/>
                    </a:lnT>
                    <a:lnB w="12700" cap="flat" cmpd="sng" algn="ctr">
                      <a:solidFill>
                        <a:schemeClr val="bg1">
                          <a:lumMod val="75000"/>
                        </a:schemeClr>
                      </a:solidFill>
                      <a:prstDash val="solid"/>
                      <a:round/>
                    </a:lnB>
                    <a:lnTlToBr>
                      <a:noFill/>
                    </a:lnTlToBr>
                    <a:lnBlToTr>
                      <a:noFill/>
                    </a:lnBlToTr>
                    <a:solidFill>
                      <a:schemeClr val="accent2"/>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en-US" sz="2300" b="0" i="0" spc="5">
                          <a:solidFill>
                            <a:schemeClr val="accent2">
                              <a:lumMod val="20000"/>
                              <a:lumOff val="80000"/>
                            </a:schemeClr>
                          </a:solidFill>
                          <a:cs typeface="+mn-cs"/>
                        </a:rPr>
                        <a:t>주요 활동</a:t>
                      </a:r>
                      <a:endParaRPr lang="ko-KR" altLang="en-US" sz="2300" b="0" i="0" spc="5">
                        <a:solidFill>
                          <a:schemeClr val="accent2">
                            <a:lumMod val="20000"/>
                            <a:lumOff val="80000"/>
                          </a:schemeClr>
                        </a:solidFill>
                        <a:cs typeface="+mn-cs"/>
                      </a:endParaRPr>
                    </a:p>
                  </a:txBody>
                  <a:tcPr marL="86464" marR="86464" marT="44961" marB="44961" anchor="ctr" horzOverflow="overflow">
                    <a:lnL w="12700" cap="flat" cmpd="sng" algn="ctr">
                      <a:solidFill>
                        <a:schemeClr val="bg1"/>
                      </a:solidFill>
                      <a:prstDash val="solid"/>
                      <a:round/>
                    </a:lnL>
                    <a:lnR w="12700" cap="flat" cmpd="sng" algn="ctr">
                      <a:solidFill>
                        <a:schemeClr val="bg1"/>
                      </a:solidFill>
                      <a:prstDash val="solid"/>
                      <a:round/>
                    </a:lnR>
                    <a:lnT w="12700" cap="flat" cmpd="sng" algn="ctr">
                      <a:solidFill>
                        <a:schemeClr val="bg1">
                          <a:lumMod val="75000"/>
                        </a:schemeClr>
                      </a:solidFill>
                      <a:prstDash val="solid"/>
                      <a:round/>
                    </a:lnT>
                    <a:lnB w="12700" cap="flat" cmpd="sng" algn="ctr">
                      <a:solidFill>
                        <a:schemeClr val="bg1">
                          <a:lumMod val="75000"/>
                        </a:schemeClr>
                      </a:solidFill>
                      <a:prstDash val="solid"/>
                      <a:round/>
                    </a:lnB>
                    <a:lnTlToBr>
                      <a:noFill/>
                    </a:lnTlToBr>
                    <a:lnBlToTr>
                      <a:noFill/>
                    </a:lnBlToTr>
                    <a:solidFill>
                      <a:schemeClr val="accent2"/>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en-US" sz="2300" b="0" i="0" spc="5">
                          <a:solidFill>
                            <a:schemeClr val="accent2">
                              <a:lumMod val="20000"/>
                              <a:lumOff val="80000"/>
                            </a:schemeClr>
                          </a:solidFill>
                          <a:cs typeface="+mn-cs"/>
                        </a:rPr>
                        <a:t>비고</a:t>
                      </a:r>
                      <a:endParaRPr lang="ko-KR" altLang="en-US" sz="2300" b="0" i="0" spc="5">
                        <a:solidFill>
                          <a:schemeClr val="accent2">
                            <a:lumMod val="20000"/>
                            <a:lumOff val="80000"/>
                          </a:schemeClr>
                        </a:solidFill>
                        <a:cs typeface="+mn-cs"/>
                      </a:endParaRPr>
                    </a:p>
                  </a:txBody>
                  <a:tcPr marL="86464" marR="86464" marT="44961" marB="44961" anchor="ctr" horzOverflow="overflow">
                    <a:lnL w="12700" cap="flat" cmpd="sng" algn="ctr">
                      <a:solidFill>
                        <a:schemeClr val="bg1"/>
                      </a:solidFill>
                      <a:prstDash val="solid"/>
                      <a:round/>
                    </a:lnL>
                    <a:lnR w="12700" cap="flat" cmpd="sng" algn="ctr">
                      <a:solidFill>
                        <a:schemeClr val="bg1"/>
                      </a:solidFill>
                      <a:prstDash val="solid"/>
                      <a:round/>
                    </a:lnR>
                    <a:lnT w="12700" cap="flat" cmpd="sng" algn="ctr">
                      <a:solidFill>
                        <a:schemeClr val="bg1">
                          <a:lumMod val="75000"/>
                        </a:schemeClr>
                      </a:solidFill>
                      <a:prstDash val="solid"/>
                      <a:round/>
                    </a:lnT>
                    <a:lnB w="12700" cap="flat" cmpd="sng" algn="ctr">
                      <a:solidFill>
                        <a:schemeClr val="bg1">
                          <a:lumMod val="75000"/>
                        </a:schemeClr>
                      </a:solidFill>
                      <a:prstDash val="solid"/>
                      <a:round/>
                    </a:lnB>
                    <a:lnTlToBr>
                      <a:noFill/>
                    </a:lnTlToBr>
                    <a:lnBlToTr>
                      <a:noFill/>
                    </a:lnBlToTr>
                    <a:solidFill>
                      <a:schemeClr val="accent2"/>
                    </a:solidFill>
                  </a:tcPr>
                </a:tc>
              </a:tr>
              <a:tr h="619926">
                <a:tc>
                  <a:txBody>
                    <a:bodyPr vert="horz" lIns="345855" tIns="44961" rIns="86464" bIns="44961" anchor="ctr" anchorCtr="0"/>
                    <a:p>
                      <a:pPr marL="0" lvl="0" indent="0" algn="ctr">
                        <a:lnSpc>
                          <a:spcPct val="100000"/>
                        </a:lnSpc>
                        <a:spcBef>
                          <a:spcPct val="0"/>
                        </a:spcBef>
                        <a:spcAft>
                          <a:spcPct val="0"/>
                        </a:spcAft>
                        <a:buNone/>
                        <a:defRPr/>
                      </a:pPr>
                      <a:r>
                        <a:rPr lang="ko-KR" altLang="en-US" sz="1700" b="0" i="0">
                          <a:solidFill>
                            <a:schemeClr val="tx1"/>
                          </a:solidFill>
                          <a:cs typeface="+mn-cs"/>
                        </a:rPr>
                        <a:t>기획 및 설계</a:t>
                      </a:r>
                      <a:endParaRPr lang="ko-KR" altLang="en-US" sz="1700" b="0" i="0">
                        <a:solidFill>
                          <a:schemeClr val="tx1"/>
                        </a:solidFill>
                        <a:cs typeface="+mn-cs"/>
                      </a:endParaRPr>
                    </a:p>
                  </a:txBody>
                  <a:tcPr marL="345855" marR="86464" marT="44961" marB="44961" anchor="ctr" horzOverflow="overflow">
                    <a:lnL cap="flat">
                      <a:noFill/>
                    </a:lnL>
                    <a:lnR w="19050" cap="flat" cmpd="sng" algn="ctr">
                      <a:solidFill>
                        <a:schemeClr val="bg1"/>
                      </a:solidFill>
                      <a:prstDash val="solid"/>
                      <a:round/>
                    </a:lnR>
                    <a:lnT w="12700" cap="flat" cmpd="sng" algn="ctr">
                      <a:solidFill>
                        <a:schemeClr val="bg1">
                          <a:lumMod val="75000"/>
                        </a:schemeClr>
                      </a:solidFill>
                      <a:prstDash val="solid"/>
                      <a:round/>
                    </a:lnT>
                    <a:lnB w="12700" cap="flat" cmpd="sng" algn="ctr">
                      <a:noFill/>
                      <a:prstDash val="sysDash"/>
                      <a:round/>
                    </a:lnB>
                    <a:lnTlToBr>
                      <a:noFill/>
                    </a:lnTlToBr>
                    <a:lnBlToTr>
                      <a:noFill/>
                    </a:lnBlToTr>
                    <a:solidFill>
                      <a:schemeClr val="bg1">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en-US" altLang="ko-KR" sz="1700" b="0" i="0">
                          <a:solidFill>
                            <a:schemeClr val="tx1"/>
                          </a:solidFill>
                          <a:cs typeface="+mn-cs"/>
                        </a:rPr>
                        <a:t>02.11~02.17</a:t>
                      </a:r>
                      <a:endParaRPr lang="en-US"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solidFill>
                        <a:schemeClr val="bg1">
                          <a:lumMod val="75000"/>
                        </a:schemeClr>
                      </a:solidFill>
                      <a:prstDash val="solid"/>
                      <a:round/>
                    </a:lnT>
                    <a:lnB w="12700" cap="flat" cmpd="sng" algn="ctr">
                      <a:noFill/>
                      <a:prstDash val="sysDash"/>
                      <a:round/>
                    </a:lnB>
                    <a:lnTlToBr>
                      <a:noFill/>
                    </a:lnTlToBr>
                    <a:lnBlToTr>
                      <a:noFill/>
                    </a:lnBlToTr>
                    <a:solidFill>
                      <a:schemeClr val="bg1">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en-US" sz="1700" b="0" i="0">
                          <a:solidFill>
                            <a:schemeClr val="tx1"/>
                          </a:solidFill>
                          <a:cs typeface="+mn-cs"/>
                        </a:rPr>
                        <a:t>요구사항 정의, DB 모델링(ERD), 공통 환경 세팅</a:t>
                      </a:r>
                      <a:endParaRPr lang="ko-KR" altLang="en-US"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solidFill>
                        <a:schemeClr val="bg1">
                          <a:lumMod val="75000"/>
                        </a:schemeClr>
                      </a:solidFill>
                      <a:prstDash val="solid"/>
                      <a:round/>
                    </a:lnT>
                    <a:lnB w="12700" cap="flat" cmpd="sng" algn="ctr">
                      <a:noFill/>
                      <a:prstDash val="sysDash"/>
                      <a:round/>
                    </a:lnB>
                    <a:lnTlToBr>
                      <a:noFill/>
                    </a:lnTlToBr>
                    <a:lnBlToTr>
                      <a:noFill/>
                    </a:lnBlToTr>
                    <a:solidFill>
                      <a:schemeClr val="bg1">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ko-KR" sz="1700" b="0" i="0">
                          <a:solidFill>
                            <a:schemeClr val="tx1"/>
                          </a:solidFill>
                          <a:cs typeface="+mn-cs"/>
                        </a:rPr>
                        <a:t>공통 협업</a:t>
                      </a: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2700" cap="flat" cmpd="sng" algn="ctr">
                      <a:noFill/>
                      <a:prstDash val="sysDash"/>
                      <a:round/>
                    </a:lnR>
                    <a:lnT w="12700" cap="flat" cmpd="sng" algn="ctr">
                      <a:solidFill>
                        <a:schemeClr val="bg1">
                          <a:lumMod val="75000"/>
                        </a:schemeClr>
                      </a:solidFill>
                      <a:prstDash val="solid"/>
                      <a:round/>
                    </a:lnT>
                    <a:lnB w="12700" cap="flat" cmpd="sng" algn="ctr">
                      <a:noFill/>
                      <a:prstDash val="sysDash"/>
                      <a:round/>
                    </a:lnB>
                    <a:lnTlToBr>
                      <a:noFill/>
                    </a:lnTlToBr>
                    <a:lnBlToTr>
                      <a:noFill/>
                    </a:lnBlToTr>
                    <a:solidFill>
                      <a:schemeClr val="bg1">
                        <a:alpha val="50000"/>
                      </a:schemeClr>
                    </a:solidFill>
                  </a:tcPr>
                </a:tc>
              </a:tr>
              <a:tr h="619926">
                <a:tc>
                  <a:txBody>
                    <a:bodyPr vert="horz" lIns="345855" tIns="44961" rIns="86464" bIns="44961" anchor="ctr" anchorCtr="0"/>
                    <a:p>
                      <a:pPr marL="0" lvl="0" indent="0" algn="ctr">
                        <a:lnSpc>
                          <a:spcPct val="100000"/>
                        </a:lnSpc>
                        <a:spcBef>
                          <a:spcPct val="0"/>
                        </a:spcBef>
                        <a:spcAft>
                          <a:spcPct val="0"/>
                        </a:spcAft>
                        <a:buNone/>
                        <a:defRPr/>
                      </a:pPr>
                      <a:r>
                        <a:rPr lang="ko-KR" altLang="en-US" sz="1700" b="0" i="0">
                          <a:solidFill>
                            <a:schemeClr val="tx1"/>
                          </a:solidFill>
                          <a:cs typeface="+mn-cs"/>
                        </a:rPr>
                        <a:t>개별 집중 개발</a:t>
                      </a:r>
                      <a:endParaRPr lang="ko-KR" altLang="en-US" sz="1700" b="0" i="0">
                        <a:solidFill>
                          <a:schemeClr val="tx1"/>
                        </a:solidFill>
                        <a:cs typeface="+mn-cs"/>
                      </a:endParaRPr>
                    </a:p>
                  </a:txBody>
                  <a:tcPr marL="345855" marR="86464" marT="44961" marB="44961" anchor="ctr" horzOverflow="overflow">
                    <a:lnL cap="flat">
                      <a:noFill/>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lumMod val="95000"/>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ko-KR" sz="1700" b="0" i="0">
                          <a:solidFill>
                            <a:schemeClr val="tx1"/>
                          </a:solidFill>
                          <a:cs typeface="+mn-cs"/>
                        </a:rPr>
                        <a:t>02.18 ~ 03.06</a:t>
                      </a: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lumMod val="95000"/>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ko-KR" sz="1700" b="0" i="0">
                          <a:solidFill>
                            <a:schemeClr val="tx1"/>
                          </a:solidFill>
                          <a:cs typeface="+mn-cs"/>
                        </a:rPr>
                        <a:t>담당 페이지별 Full-Stack 구현 (Front + Back + DB)</a:t>
                      </a: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lumMod val="95000"/>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ko-KR" sz="1700" b="0" i="0">
                          <a:solidFill>
                            <a:schemeClr val="tx1"/>
                          </a:solidFill>
                          <a:cs typeface="+mn-cs"/>
                        </a:rPr>
                        <a:t>개인별 전담</a:t>
                      </a: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2700" cap="flat" cmpd="sng" algn="ctr">
                      <a:noFill/>
                      <a:prstDash val="sysDash"/>
                      <a:round/>
                    </a:lnR>
                    <a:lnT w="12700" cap="flat" cmpd="sng" algn="ctr">
                      <a:noFill/>
                      <a:prstDash val="sysDash"/>
                      <a:round/>
                    </a:lnT>
                    <a:lnB w="12700" cap="flat" cmpd="sng" algn="ctr">
                      <a:noFill/>
                      <a:prstDash val="sysDash"/>
                      <a:round/>
                    </a:lnB>
                    <a:lnTlToBr>
                      <a:noFill/>
                    </a:lnTlToBr>
                    <a:lnBlToTr>
                      <a:noFill/>
                    </a:lnBlToTr>
                    <a:solidFill>
                      <a:schemeClr val="bg1">
                        <a:lumMod val="95000"/>
                        <a:alpha val="50000"/>
                      </a:schemeClr>
                    </a:solidFill>
                  </a:tcPr>
                </a:tc>
              </a:tr>
              <a:tr h="870972">
                <a:tc>
                  <a:txBody>
                    <a:bodyPr vert="horz" lIns="345855" tIns="44961" rIns="86464" bIns="44961" anchor="ctr" anchorCtr="0"/>
                    <a:p>
                      <a:pPr marL="0" lvl="0" indent="0" algn="ctr">
                        <a:lnSpc>
                          <a:spcPct val="100000"/>
                        </a:lnSpc>
                        <a:spcBef>
                          <a:spcPct val="0"/>
                        </a:spcBef>
                        <a:spcAft>
                          <a:spcPct val="0"/>
                        </a:spcAft>
                        <a:buNone/>
                        <a:defRPr/>
                      </a:pPr>
                      <a:r>
                        <a:rPr lang="ko-KR" altLang="en-US" sz="1700" b="0" i="0">
                          <a:solidFill>
                            <a:schemeClr val="tx1"/>
                          </a:solidFill>
                          <a:cs typeface="+mn-cs"/>
                        </a:rPr>
                        <a:t>시스템 통합</a:t>
                      </a:r>
                      <a:endParaRPr lang="ko-KR" altLang="en-US" sz="1700" b="0" i="0">
                        <a:solidFill>
                          <a:schemeClr val="tx1"/>
                        </a:solidFill>
                        <a:cs typeface="+mn-cs"/>
                      </a:endParaRPr>
                    </a:p>
                  </a:txBody>
                  <a:tcPr marL="345855" marR="86464" marT="44961" marB="44961" anchor="ctr" horzOverflow="overflow">
                    <a:lnL cap="flat">
                      <a:noFill/>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ko-KR" sz="1700" b="0" i="0">
                          <a:solidFill>
                            <a:schemeClr val="tx1"/>
                          </a:solidFill>
                          <a:cs typeface="+mn-cs"/>
                        </a:rPr>
                        <a:t>03.07 ~ 03.12</a:t>
                      </a: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ko-KR" sz="1700" b="0" i="0">
                          <a:solidFill>
                            <a:schemeClr val="tx1"/>
                          </a:solidFill>
                          <a:cs typeface="+mn-cs"/>
                        </a:rPr>
                        <a:t>기능 병합(Git Merge), API 연동 테스트, 버그 수정</a:t>
                      </a: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ko-KR" sz="1700" b="0" i="0">
                          <a:solidFill>
                            <a:schemeClr val="tx1"/>
                          </a:solidFill>
                          <a:cs typeface="+mn-cs"/>
                        </a:rPr>
                        <a:t>기능 최적화</a:t>
                      </a: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2700" cap="flat" cmpd="sng" algn="ctr">
                      <a:noFill/>
                      <a:prstDash val="sysDash"/>
                      <a:round/>
                    </a:lnR>
                    <a:lnT w="12700" cap="flat" cmpd="sng" algn="ctr">
                      <a:noFill/>
                      <a:prstDash val="sysDash"/>
                      <a:round/>
                    </a:lnT>
                    <a:lnB w="12700" cap="flat" cmpd="sng" algn="ctr">
                      <a:noFill/>
                      <a:prstDash val="sysDash"/>
                      <a:round/>
                    </a:lnB>
                    <a:lnTlToBr>
                      <a:noFill/>
                    </a:lnTlToBr>
                    <a:lnBlToTr>
                      <a:noFill/>
                    </a:lnBlToTr>
                    <a:solidFill>
                      <a:schemeClr val="bg1">
                        <a:alpha val="50000"/>
                      </a:schemeClr>
                    </a:solidFill>
                  </a:tcPr>
                </a:tc>
              </a:tr>
              <a:tr h="619926">
                <a:tc>
                  <a:txBody>
                    <a:bodyPr vert="horz" lIns="345855" tIns="44961" rIns="86464" bIns="44961" anchor="ctr" anchorCtr="0"/>
                    <a:p>
                      <a:pPr marL="0" lvl="0" indent="0" algn="ctr">
                        <a:lnSpc>
                          <a:spcPct val="100000"/>
                        </a:lnSpc>
                        <a:spcBef>
                          <a:spcPct val="0"/>
                        </a:spcBef>
                        <a:spcAft>
                          <a:spcPct val="0"/>
                        </a:spcAft>
                        <a:buNone/>
                        <a:defRPr/>
                      </a:pPr>
                      <a:r>
                        <a:rPr lang="ko-KR" altLang="en-US" sz="1700" b="0" i="0">
                          <a:solidFill>
                            <a:schemeClr val="tx1"/>
                          </a:solidFill>
                          <a:cs typeface="+mn-cs"/>
                        </a:rPr>
                        <a:t>최종 마무리</a:t>
                      </a:r>
                      <a:endParaRPr lang="ko-KR" altLang="en-US" sz="1700" b="0" i="0">
                        <a:solidFill>
                          <a:schemeClr val="tx1"/>
                        </a:solidFill>
                        <a:cs typeface="+mn-cs"/>
                      </a:endParaRPr>
                    </a:p>
                  </a:txBody>
                  <a:tcPr marL="345855" marR="86464" marT="44961" marB="44961" anchor="ctr" horzOverflow="overflow">
                    <a:lnL cap="flat">
                      <a:noFill/>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lumMod val="95000"/>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ko-KR" sz="1700" b="0" i="0">
                          <a:solidFill>
                            <a:schemeClr val="tx1"/>
                          </a:solidFill>
                          <a:cs typeface="+mn-cs"/>
                        </a:rPr>
                        <a:t>03.13 ~ 03.16</a:t>
                      </a: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lumMod val="95000"/>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ko-KR" sz="1700" b="0" i="0">
                          <a:solidFill>
                            <a:schemeClr val="tx1"/>
                          </a:solidFill>
                          <a:cs typeface="+mn-cs"/>
                        </a:rPr>
                        <a:t>최종 빌드, 프로젝트 발표 준비</a:t>
                      </a: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lumMod val="95000"/>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r>
                        <a:rPr lang="ko-KR" altLang="ko-KR" sz="1700" b="0" i="0">
                          <a:solidFill>
                            <a:schemeClr val="tx1"/>
                          </a:solidFill>
                          <a:cs typeface="+mn-cs"/>
                        </a:rPr>
                        <a:t>산출물 정리</a:t>
                      </a: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2700" cap="flat" cmpd="sng" algn="ctr">
                      <a:noFill/>
                      <a:prstDash val="sysDash"/>
                      <a:round/>
                    </a:lnR>
                    <a:lnT w="12700" cap="flat" cmpd="sng" algn="ctr">
                      <a:noFill/>
                      <a:prstDash val="sysDash"/>
                      <a:round/>
                    </a:lnT>
                    <a:lnB w="12700" cap="flat" cmpd="sng" algn="ctr">
                      <a:noFill/>
                      <a:prstDash val="sysDash"/>
                      <a:round/>
                    </a:lnB>
                    <a:lnTlToBr>
                      <a:noFill/>
                    </a:lnTlToBr>
                    <a:lnBlToTr>
                      <a:noFill/>
                    </a:lnBlToTr>
                    <a:solidFill>
                      <a:schemeClr val="bg1">
                        <a:lumMod val="95000"/>
                        <a:alpha val="50000"/>
                      </a:schemeClr>
                    </a:solidFill>
                  </a:tcPr>
                </a:tc>
              </a:tr>
              <a:tr h="619926">
                <a:tc>
                  <a:txBody>
                    <a:bodyPr vert="horz" lIns="345855" tIns="44961" rIns="86464" bIns="44961" anchor="ctr" anchorCtr="0"/>
                    <a:p>
                      <a:pPr marL="0" lvl="0" indent="0" algn="ctr">
                        <a:lnSpc>
                          <a:spcPct val="100000"/>
                        </a:lnSpc>
                        <a:spcBef>
                          <a:spcPct val="0"/>
                        </a:spcBef>
                        <a:spcAft>
                          <a:spcPct val="0"/>
                        </a:spcAft>
                        <a:buNone/>
                        <a:defRPr/>
                      </a:pPr>
                      <a:endParaRPr lang="ko-KR" altLang="ko-KR" sz="1700" b="0" i="0">
                        <a:solidFill>
                          <a:schemeClr val="tx1"/>
                        </a:solidFill>
                        <a:cs typeface="+mn-cs"/>
                      </a:endParaRPr>
                    </a:p>
                  </a:txBody>
                  <a:tcPr marL="345855" marR="86464" marT="44961" marB="44961" anchor="ctr" horzOverflow="overflow">
                    <a:lnL cap="flat">
                      <a:noFill/>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noFill/>
                      <a:prstDash val="sysDash"/>
                      <a:round/>
                    </a:lnT>
                    <a:lnB w="12700" cap="flat" cmpd="sng" algn="ctr">
                      <a:noFill/>
                      <a:prstDash val="sysDash"/>
                      <a:round/>
                    </a:lnB>
                    <a:lnTlToBr>
                      <a:noFill/>
                    </a:lnTlToBr>
                    <a:lnBlToTr>
                      <a:noFill/>
                    </a:lnBlToTr>
                    <a:solidFill>
                      <a:schemeClr val="bg1">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2700" cap="flat" cmpd="sng" algn="ctr">
                      <a:noFill/>
                      <a:prstDash val="sysDash"/>
                      <a:round/>
                    </a:lnR>
                    <a:lnT w="12700" cap="flat" cmpd="sng" algn="ctr">
                      <a:noFill/>
                      <a:prstDash val="sysDash"/>
                      <a:round/>
                    </a:lnT>
                    <a:lnB w="12700" cap="flat" cmpd="sng" algn="ctr">
                      <a:noFill/>
                      <a:prstDash val="sysDash"/>
                      <a:round/>
                    </a:lnB>
                    <a:lnTlToBr>
                      <a:noFill/>
                    </a:lnTlToBr>
                    <a:lnBlToTr>
                      <a:noFill/>
                    </a:lnBlToTr>
                    <a:solidFill>
                      <a:schemeClr val="bg1">
                        <a:alpha val="50000"/>
                      </a:schemeClr>
                    </a:solidFill>
                  </a:tcPr>
                </a:tc>
              </a:tr>
              <a:tr h="619926">
                <a:tc>
                  <a:txBody>
                    <a:bodyPr vert="horz" lIns="345855" tIns="44961" rIns="86464" bIns="44961" anchor="ctr" anchorCtr="0"/>
                    <a:p>
                      <a:pPr marL="0" lvl="0" indent="0" algn="ctr">
                        <a:lnSpc>
                          <a:spcPct val="100000"/>
                        </a:lnSpc>
                        <a:spcBef>
                          <a:spcPct val="0"/>
                        </a:spcBef>
                        <a:spcAft>
                          <a:spcPct val="0"/>
                        </a:spcAft>
                        <a:buNone/>
                        <a:defRPr/>
                      </a:pPr>
                      <a:endParaRPr lang="ko-KR" altLang="ko-KR" sz="1700" b="0" i="0">
                        <a:solidFill>
                          <a:schemeClr val="tx1"/>
                        </a:solidFill>
                        <a:cs typeface="+mn-cs"/>
                      </a:endParaRPr>
                    </a:p>
                  </a:txBody>
                  <a:tcPr marL="345855" marR="86464" marT="44961" marB="44961" anchor="ctr" horzOverflow="overflow">
                    <a:lnL cap="flat">
                      <a:noFill/>
                    </a:lnL>
                    <a:lnR w="19050" cap="flat" cmpd="sng" algn="ctr">
                      <a:solidFill>
                        <a:schemeClr val="bg1"/>
                      </a:solidFill>
                      <a:prstDash val="solid"/>
                      <a:round/>
                    </a:lnR>
                    <a:lnT w="12700" cap="flat" cmpd="sng" algn="ctr">
                      <a:noFill/>
                      <a:prstDash val="sysDash"/>
                      <a:round/>
                    </a:lnT>
                    <a:lnB w="12700" cap="flat" cmpd="sng" algn="ctr">
                      <a:solidFill>
                        <a:schemeClr val="bg1">
                          <a:lumMod val="75000"/>
                        </a:schemeClr>
                      </a:solidFill>
                      <a:prstDash val="solid"/>
                      <a:round/>
                    </a:lnB>
                    <a:lnTlToBr>
                      <a:noFill/>
                    </a:lnTlToBr>
                    <a:lnBlToTr>
                      <a:noFill/>
                    </a:lnBlToTr>
                    <a:solidFill>
                      <a:schemeClr val="bg1">
                        <a:lumMod val="95000"/>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noFill/>
                      <a:prstDash val="sysDash"/>
                      <a:round/>
                    </a:lnT>
                    <a:lnB w="12700" cap="flat" cmpd="sng" algn="ctr">
                      <a:solidFill>
                        <a:schemeClr val="bg1">
                          <a:lumMod val="75000"/>
                        </a:schemeClr>
                      </a:solidFill>
                      <a:prstDash val="solid"/>
                      <a:round/>
                    </a:lnB>
                    <a:lnTlToBr>
                      <a:noFill/>
                    </a:lnTlToBr>
                    <a:lnBlToTr>
                      <a:noFill/>
                    </a:lnBlToTr>
                    <a:solidFill>
                      <a:schemeClr val="bg1">
                        <a:lumMod val="95000"/>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9050" cap="flat" cmpd="sng" algn="ctr">
                      <a:solidFill>
                        <a:schemeClr val="bg1"/>
                      </a:solidFill>
                      <a:prstDash val="solid"/>
                      <a:round/>
                    </a:lnR>
                    <a:lnT w="12700" cap="flat" cmpd="sng" algn="ctr">
                      <a:noFill/>
                      <a:prstDash val="sysDash"/>
                      <a:round/>
                    </a:lnT>
                    <a:lnB w="12700" cap="flat" cmpd="sng" algn="ctr">
                      <a:solidFill>
                        <a:schemeClr val="bg1">
                          <a:lumMod val="75000"/>
                        </a:schemeClr>
                      </a:solidFill>
                      <a:prstDash val="solid"/>
                      <a:round/>
                    </a:lnB>
                    <a:lnTlToBr>
                      <a:noFill/>
                    </a:lnTlToBr>
                    <a:lnBlToTr>
                      <a:noFill/>
                    </a:lnBlToTr>
                    <a:solidFill>
                      <a:schemeClr val="bg1">
                        <a:lumMod val="95000"/>
                        <a:alpha val="50000"/>
                      </a:schemeClr>
                    </a:solidFill>
                  </a:tcPr>
                </a:tc>
                <a:tc>
                  <a:txBody>
                    <a:bodyPr vert="horz" lIns="86464" tIns="44961" rIns="86464" bIns="44961" anchor="ctr" anchorCtr="0"/>
                    <a:p>
                      <a:pPr marL="0" lvl="0" indent="0" algn="ctr">
                        <a:lnSpc>
                          <a:spcPct val="100000"/>
                        </a:lnSpc>
                        <a:spcBef>
                          <a:spcPct val="0"/>
                        </a:spcBef>
                        <a:spcAft>
                          <a:spcPct val="0"/>
                        </a:spcAft>
                        <a:buNone/>
                        <a:defRPr/>
                      </a:pPr>
                      <a:endParaRPr lang="ko-KR" altLang="ko-KR" sz="1700" b="0" i="0">
                        <a:solidFill>
                          <a:schemeClr val="tx1"/>
                        </a:solidFill>
                        <a:cs typeface="+mn-cs"/>
                      </a:endParaRPr>
                    </a:p>
                  </a:txBody>
                  <a:tcPr marL="86464" marR="86464" marT="44961" marB="44961" anchor="ctr" horzOverflow="overflow">
                    <a:lnL w="19050" cap="flat" cmpd="sng" algn="ctr">
                      <a:solidFill>
                        <a:schemeClr val="bg1"/>
                      </a:solidFill>
                      <a:prstDash val="solid"/>
                      <a:round/>
                    </a:lnL>
                    <a:lnR w="12700" cap="flat" cmpd="sng" algn="ctr">
                      <a:noFill/>
                      <a:prstDash val="sysDash"/>
                      <a:round/>
                    </a:lnR>
                    <a:lnT w="12700" cap="flat" cmpd="sng" algn="ctr">
                      <a:noFill/>
                      <a:prstDash val="sysDash"/>
                      <a:round/>
                    </a:lnT>
                    <a:lnB w="12700" cap="flat" cmpd="sng" algn="ctr">
                      <a:solidFill>
                        <a:schemeClr val="bg1">
                          <a:lumMod val="75000"/>
                        </a:schemeClr>
                      </a:solidFill>
                      <a:prstDash val="solid"/>
                      <a:round/>
                    </a:lnB>
                    <a:lnTlToBr>
                      <a:noFill/>
                    </a:lnTlToBr>
                    <a:lnBlToTr>
                      <a:noFill/>
                    </a:lnBlToTr>
                    <a:solidFill>
                      <a:schemeClr val="bg1">
                        <a:lumMod val="95000"/>
                        <a:alpha val="50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a:defRPr/>
            </a:pPr>
            <a:r>
              <a:rPr lang="ko-KR" altLang="en-US"/>
              <a:t>개발 설계</a:t>
            </a:r>
            <a:r>
              <a:rPr lang="en-US" altLang="ko-KR"/>
              <a:t>(USE-CASE)</a:t>
            </a:r>
            <a:endParaRPr lang="ko-KR" altLang="en-US"/>
          </a:p>
        </p:txBody>
      </p:sp>
      <p:pic>
        <p:nvPicPr>
          <p:cNvPr id="3" name=""/>
          <p:cNvPicPr>
            <a:picLocks noChangeAspect="1"/>
          </p:cNvPicPr>
          <p:nvPr/>
        </p:nvPicPr>
        <p:blipFill rotWithShape="1">
          <a:blip r:embed="rId2"/>
          <a:stretch>
            <a:fillRect/>
          </a:stretch>
        </p:blipFill>
        <p:spPr>
          <a:xfrm>
            <a:off x="466151" y="3587751"/>
            <a:ext cx="4105848" cy="3105583"/>
          </a:xfrm>
          <a:prstGeom prst="rect">
            <a:avLst/>
          </a:prstGeom>
        </p:spPr>
      </p:pic>
      <p:pic>
        <p:nvPicPr>
          <p:cNvPr id="4" name=""/>
          <p:cNvPicPr>
            <a:picLocks noChangeAspect="1"/>
          </p:cNvPicPr>
          <p:nvPr/>
        </p:nvPicPr>
        <p:blipFill rotWithShape="1">
          <a:blip r:embed="rId3"/>
          <a:stretch>
            <a:fillRect/>
          </a:stretch>
        </p:blipFill>
        <p:spPr>
          <a:xfrm>
            <a:off x="457199" y="1291906"/>
            <a:ext cx="6868483" cy="2295845"/>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a:defRPr/>
            </a:pPr>
            <a:r>
              <a:rPr lang="ko-KR" altLang="en-US"/>
              <a:t>개발 설계</a:t>
            </a:r>
            <a:r>
              <a:rPr lang="en-US" altLang="ko-KR"/>
              <a:t>(USE-CASE)</a:t>
            </a:r>
            <a:endParaRPr lang="ko-KR" altLang="en-US"/>
          </a:p>
        </p:txBody>
      </p:sp>
      <p:pic>
        <p:nvPicPr>
          <p:cNvPr id="5" name=""/>
          <p:cNvPicPr>
            <a:picLocks noChangeAspect="1"/>
          </p:cNvPicPr>
          <p:nvPr/>
        </p:nvPicPr>
        <p:blipFill rotWithShape="1">
          <a:blip r:embed="rId2"/>
          <a:stretch>
            <a:fillRect/>
          </a:stretch>
        </p:blipFill>
        <p:spPr>
          <a:xfrm>
            <a:off x="340382" y="1242642"/>
            <a:ext cx="7934067" cy="5357540"/>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type="title" idx="0"/>
          </p:nvPr>
        </p:nvSpPr>
        <p:spPr>
          <a:xfrm>
            <a:off x="0" y="0"/>
            <a:ext cx="8229599" cy="758841"/>
          </a:xfrm>
        </p:spPr>
        <p:txBody>
          <a:bodyPr/>
          <a:lstStyle/>
          <a:p>
            <a:pPr>
              <a:defRPr/>
            </a:pPr>
            <a:r>
              <a:rPr lang="ko-KR" altLang="en-US"/>
              <a:t>개발 설계</a:t>
            </a:r>
            <a:r>
              <a:rPr lang="en-US" altLang="ko-KR"/>
              <a:t>(ERD)</a:t>
            </a:r>
            <a:r>
              <a:rPr lang="ko-KR" altLang="en-US"/>
              <a:t> </a:t>
            </a:r>
            <a:endParaRPr lang="ko-KR" altLang="en-US"/>
          </a:p>
        </p:txBody>
      </p:sp>
      <p:pic>
        <p:nvPicPr>
          <p:cNvPr id="4" name=""/>
          <p:cNvPicPr>
            <a:picLocks noChangeAspect="1"/>
          </p:cNvPicPr>
          <p:nvPr/>
        </p:nvPicPr>
        <p:blipFill rotWithShape="1">
          <a:blip r:embed="rId2"/>
          <a:stretch>
            <a:fillRect/>
          </a:stretch>
        </p:blipFill>
        <p:spPr>
          <a:xfrm>
            <a:off x="0" y="758841"/>
            <a:ext cx="9144000" cy="6397349"/>
          </a:xfrm>
          <a:prstGeom prst="rect">
            <a:avLst/>
          </a:prstGeom>
        </p:spPr>
      </p:pic>
      <p:sp>
        <p:nvSpPr>
          <p:cNvPr id="5" name=""/>
          <p:cNvSpPr txBox="1"/>
          <p:nvPr/>
        </p:nvSpPr>
        <p:spPr>
          <a:xfrm>
            <a:off x="1551339" y="1969381"/>
            <a:ext cx="1393471" cy="512622"/>
          </a:xfrm>
          <a:prstGeom prst="rect">
            <a:avLst/>
          </a:prstGeom>
        </p:spPr>
        <p:txBody>
          <a:bodyPr wrap="square">
            <a:spAutoFit/>
          </a:bodyPr>
          <a:p>
            <a:pPr>
              <a:defRPr/>
            </a:pPr>
            <a:r>
              <a:rPr lang="ko-KR" altLang="en-US" sz="1400">
                <a:solidFill>
                  <a:srgbClr val="ff0000"/>
                </a:solidFill>
              </a:rPr>
              <a:t>사건 및 상담 테이블</a:t>
            </a:r>
            <a:endParaRPr lang="ko-KR" altLang="en-US" sz="1400">
              <a:solidFill>
                <a:srgbClr val="ff0000"/>
              </a:solidFill>
            </a:endParaRPr>
          </a:p>
        </p:txBody>
      </p:sp>
      <p:sp>
        <p:nvSpPr>
          <p:cNvPr id="6" name=""/>
          <p:cNvSpPr txBox="1"/>
          <p:nvPr/>
        </p:nvSpPr>
        <p:spPr>
          <a:xfrm>
            <a:off x="6252104" y="1449034"/>
            <a:ext cx="1526010" cy="364102"/>
          </a:xfrm>
          <a:prstGeom prst="rect">
            <a:avLst/>
          </a:prstGeom>
        </p:spPr>
        <p:txBody>
          <a:bodyPr wrap="none">
            <a:spAutoFit/>
          </a:bodyPr>
          <a:p>
            <a:pPr>
              <a:defRPr/>
            </a:pPr>
            <a:r>
              <a:rPr lang="ko-KR" altLang="en-US">
                <a:solidFill>
                  <a:srgbClr val="ff0000"/>
                </a:solidFill>
              </a:rPr>
              <a:t>게시판 테이블</a:t>
            </a:r>
            <a:endParaRPr lang="ko-KR" altLang="en-US">
              <a:solidFill>
                <a:srgbClr val="ff0000"/>
              </a:solidFill>
            </a:endParaRPr>
          </a:p>
        </p:txBody>
      </p:sp>
      <p:sp>
        <p:nvSpPr>
          <p:cNvPr id="7" name=""/>
          <p:cNvSpPr txBox="1"/>
          <p:nvPr/>
        </p:nvSpPr>
        <p:spPr>
          <a:xfrm>
            <a:off x="1295576" y="4174243"/>
            <a:ext cx="262714" cy="367277"/>
          </a:xfrm>
          <a:prstGeom prst="rect">
            <a:avLst/>
          </a:prstGeom>
        </p:spPr>
        <p:txBody>
          <a:bodyPr wrap="none">
            <a:spAutoFit/>
          </a:bodyPr>
          <a:p>
            <a:pPr>
              <a:defRPr/>
            </a:pPr>
            <a:endParaRPr lang="ko-KR" altLang="en-US"/>
          </a:p>
        </p:txBody>
      </p:sp>
      <p:sp>
        <p:nvSpPr>
          <p:cNvPr id="8" name=""/>
          <p:cNvSpPr txBox="1"/>
          <p:nvPr/>
        </p:nvSpPr>
        <p:spPr>
          <a:xfrm>
            <a:off x="103416" y="3809313"/>
            <a:ext cx="1188174" cy="332157"/>
          </a:xfrm>
          <a:prstGeom prst="rect">
            <a:avLst/>
          </a:prstGeom>
        </p:spPr>
        <p:txBody>
          <a:bodyPr wrap="none">
            <a:spAutoFit/>
          </a:bodyPr>
          <a:p>
            <a:pPr>
              <a:defRPr/>
            </a:pPr>
            <a:r>
              <a:rPr lang="ko-KR" altLang="en-US" sz="1600">
                <a:solidFill>
                  <a:srgbClr val="ff0000"/>
                </a:solidFill>
              </a:rPr>
              <a:t>결제 테이블</a:t>
            </a:r>
            <a:endParaRPr lang="ko-KR" altLang="en-US" sz="1600">
              <a:solidFill>
                <a:srgbClr val="ff0000"/>
              </a:solidFill>
            </a:endParaRPr>
          </a:p>
        </p:txBody>
      </p:sp>
      <p:sp>
        <p:nvSpPr>
          <p:cNvPr id="10" name=""/>
          <p:cNvSpPr txBox="1"/>
          <p:nvPr/>
        </p:nvSpPr>
        <p:spPr>
          <a:xfrm>
            <a:off x="4480330" y="4790740"/>
            <a:ext cx="1183235" cy="332157"/>
          </a:xfrm>
          <a:prstGeom prst="rect">
            <a:avLst/>
          </a:prstGeom>
        </p:spPr>
        <p:txBody>
          <a:bodyPr wrap="none">
            <a:spAutoFit/>
          </a:bodyPr>
          <a:lstStyle/>
          <a:p>
            <a:pPr>
              <a:defRPr/>
            </a:pPr>
            <a:r>
              <a:rPr lang="ko-KR" altLang="en-US" sz="1600">
                <a:solidFill>
                  <a:srgbClr val="ff0000"/>
                </a:solidFill>
              </a:rPr>
              <a:t>회원 테이블</a:t>
            </a:r>
            <a:endParaRPr lang="ko-KR" altLang="en-US" sz="1600">
              <a:solidFill>
                <a:srgbClr val="ff0000"/>
              </a:solidFill>
            </a:endParaRPr>
          </a:p>
        </p:txBody>
      </p:sp>
      <p:sp>
        <p:nvSpPr>
          <p:cNvPr id="11" name=""/>
          <p:cNvSpPr txBox="1"/>
          <p:nvPr/>
        </p:nvSpPr>
        <p:spPr>
          <a:xfrm>
            <a:off x="1426933" y="5593310"/>
            <a:ext cx="1188174" cy="338860"/>
          </a:xfrm>
          <a:prstGeom prst="rect">
            <a:avLst/>
          </a:prstGeom>
        </p:spPr>
        <p:txBody>
          <a:bodyPr wrap="square">
            <a:spAutoFit/>
          </a:bodyPr>
          <a:lstStyle/>
          <a:p>
            <a:pPr>
              <a:defRPr/>
            </a:pPr>
            <a:r>
              <a:rPr lang="ko-KR" altLang="en-US" sz="1600">
                <a:solidFill>
                  <a:srgbClr val="ff0000"/>
                </a:solidFill>
              </a:rPr>
              <a:t>채팅 테이블</a:t>
            </a:r>
            <a:endParaRPr lang="ko-KR" altLang="en-US" sz="1600">
              <a:solidFill>
                <a:srgbClr val="ff0000"/>
              </a:solidFill>
            </a:endParaRPr>
          </a:p>
        </p:txBody>
      </p:sp>
      <p:sp>
        <p:nvSpPr>
          <p:cNvPr id="12" name=""/>
          <p:cNvSpPr txBox="1"/>
          <p:nvPr/>
        </p:nvSpPr>
        <p:spPr>
          <a:xfrm>
            <a:off x="7635512" y="6113657"/>
            <a:ext cx="1380853" cy="332863"/>
          </a:xfrm>
          <a:prstGeom prst="rect">
            <a:avLst/>
          </a:prstGeom>
        </p:spPr>
        <p:txBody>
          <a:bodyPr wrap="none">
            <a:spAutoFit/>
          </a:bodyPr>
          <a:lstStyle/>
          <a:p>
            <a:pPr>
              <a:defRPr/>
            </a:pPr>
            <a:r>
              <a:rPr lang="ko-KR" altLang="en-US" sz="1600">
                <a:solidFill>
                  <a:srgbClr val="ff0000"/>
                </a:solidFill>
              </a:rPr>
              <a:t>관리자 테이블</a:t>
            </a:r>
            <a:endParaRPr lang="ko-KR" altLang="en-US" sz="16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p:txBody>
          <a:bodyPr/>
          <a:lstStyle/>
          <a:p>
            <a:pPr lvl="0">
              <a:defRPr/>
            </a:pPr>
            <a:r>
              <a:rPr lang="ko-KR" altLang="en-US"/>
              <a:t>개발 언어 및 사용 기술</a:t>
            </a:r>
            <a:endParaRPr lang="ko-KR" altLang="en-US"/>
          </a:p>
        </p:txBody>
      </p:sp>
      <p:graphicFrame>
        <p:nvGraphicFramePr>
          <p:cNvPr id="6" name=""/>
          <p:cNvGraphicFramePr>
            <a:graphicFrameLocks noGrp="1"/>
          </p:cNvGraphicFramePr>
          <p:nvPr/>
        </p:nvGraphicFramePr>
        <p:xfrm>
          <a:off x="454344" y="3853764"/>
          <a:ext cx="8235312" cy="3013161"/>
        </p:xfrm>
        <a:graphic>
          <a:graphicData uri="http://schemas.openxmlformats.org/drawingml/2006/table">
            <a:tbl>
              <a:tblPr firstRow="1" bandRow="1">
                <a:tableStyleId>{1F423C0B-24CF-4C3C-8A59-7768EA0501B5}</a:tableStyleId>
              </a:tblPr>
              <a:tblGrid>
                <a:gridCol w="1371599"/>
                <a:gridCol w="1373505"/>
                <a:gridCol w="1373505"/>
                <a:gridCol w="1373505"/>
                <a:gridCol w="1371599"/>
                <a:gridCol w="1371599"/>
              </a:tblGrid>
              <a:tr h="358738">
                <a:tc gridSpan="2">
                  <a:txBody>
                    <a:bodyPr vert="horz" wrap="square" lIns="91440" tIns="45720" rIns="91440" bIns="45720" anchor="ctr" anchorCtr="0">
                      <a:spAutoFit/>
                    </a:bodyPr>
                    <a:p>
                      <a:pPr algn="ctr">
                        <a:defRPr/>
                      </a:pPr>
                      <a:r>
                        <a:rPr lang="ko-KR" altLang="en-US"/>
                        <a:t>사용기술</a:t>
                      </a:r>
                      <a:endParaRPr lang="ko-KR" altLang="en-US"/>
                    </a:p>
                  </a:txBody>
                  <a:tcPr marL="91440" marR="91440" anchor="ctr"/>
                </a:tc>
                <a:tc hMerge="1">
                  <a:txBody>
                    <a:bodyPr vert="horz" wrap="square" lIns="91440" tIns="45720" rIns="91440" bIns="45720" anchor="t" anchorCtr="0">
                      <a:spAutoFit/>
                    </a:bodyPr>
                    <a:p>
                      <a:pPr>
                        <a:defRPr/>
                      </a:pPr>
                      <a:endParaRPr lang="ko-KR" altLang="en-US"/>
                    </a:p>
                  </a:txBody>
                  <a:tcPr marL="91440" marR="91440"/>
                </a:tc>
                <a:tc gridSpan="2">
                  <a:txBody>
                    <a:bodyPr vert="horz" wrap="square" lIns="91440" tIns="45720" rIns="91440" bIns="45720" anchor="ctr" anchorCtr="0">
                      <a:spAutoFit/>
                    </a:bodyPr>
                    <a:p>
                      <a:pPr algn="ctr">
                        <a:defRPr/>
                      </a:pPr>
                      <a:r>
                        <a:rPr lang="ko-KR" altLang="en-US"/>
                        <a:t>개발환경</a:t>
                      </a:r>
                      <a:endParaRPr lang="ko-KR" altLang="en-US"/>
                    </a:p>
                  </a:txBody>
                  <a:tcPr marL="91440" marR="91440" anchor="ctr"/>
                </a:tc>
                <a:tc hMerge="1">
                  <a:txBody>
                    <a:bodyPr vert="horz" wrap="square" lIns="91440" tIns="45720" rIns="91440" bIns="45720" anchor="ctr" anchorCtr="0">
                      <a:spAutoFit/>
                    </a:bodyPr>
                    <a:p>
                      <a:pPr>
                        <a:defRPr/>
                      </a:pPr>
                      <a:endParaRPr lang="en-US" altLang="ko-KR"/>
                    </a:p>
                  </a:txBody>
                  <a:tcPr marL="91440" marR="91440" anchor="ctr"/>
                </a:tc>
                <a:tc gridSpan="2">
                  <a:txBody>
                    <a:bodyPr vert="horz" wrap="square" lIns="91440" tIns="45720" rIns="91440" bIns="45720" anchor="ctr" anchorCtr="0">
                      <a:spAutoFit/>
                    </a:bodyPr>
                    <a:p>
                      <a:pPr algn="ctr">
                        <a:defRPr/>
                      </a:pPr>
                      <a:r>
                        <a:rPr lang="ko-KR" altLang="en-US"/>
                        <a:t>사용도구</a:t>
                      </a:r>
                      <a:endParaRPr lang="ko-KR" altLang="en-US"/>
                    </a:p>
                  </a:txBody>
                  <a:tcPr marL="91440" marR="91440" anchor="ctr"/>
                </a:tc>
                <a:tc hMerge="1">
                  <a:txBody>
                    <a:bodyPr vert="horz" wrap="square" lIns="91440" tIns="45720" rIns="91440" bIns="45720" anchor="t" anchorCtr="0">
                      <a:spAutoFit/>
                    </a:bodyPr>
                    <a:p>
                      <a:pPr>
                        <a:defRPr/>
                      </a:pPr>
                      <a:endParaRPr lang="ko-KR" altLang="en-US"/>
                    </a:p>
                  </a:txBody>
                  <a:tcPr marL="91440" marR="91440"/>
                </a:tc>
              </a:tr>
              <a:tr h="577688">
                <a:tc>
                  <a:txBody>
                    <a:bodyPr vert="horz" wrap="square" lIns="91440" tIns="45720" rIns="91440" bIns="45720" anchor="ctr" anchorCtr="0">
                      <a:spAutoFit/>
                    </a:bodyPr>
                    <a:p>
                      <a:pPr algn="ctr">
                        <a:defRPr/>
                      </a:pPr>
                      <a:r>
                        <a:rPr lang="ko-KR" altLang="en-US" sz="1300" b="1"/>
                        <a:t>언어</a:t>
                      </a:r>
                      <a:endParaRPr lang="en-US" altLang="ko-KR" sz="1300" b="1"/>
                    </a:p>
                  </a:txBody>
                  <a:tcPr marL="91440" marR="91440" anchor="ctr"/>
                </a:tc>
                <a:tc>
                  <a:txBody>
                    <a:bodyPr vert="horz" wrap="square" lIns="91440" tIns="45720" rIns="91440" bIns="45720" anchor="ctr" anchorCtr="0">
                      <a:spAutoFit/>
                    </a:bodyPr>
                    <a:p>
                      <a:pPr lvl="0" algn="ctr">
                        <a:defRPr/>
                      </a:pPr>
                      <a:r>
                        <a:rPr lang="ko-KR" altLang="en-US" sz="1000">
                          <a:latin typeface="+mn-lt"/>
                          <a:ea typeface="+mn-ea"/>
                          <a:cs typeface="+mn-cs"/>
                        </a:rPr>
                        <a:t>Java, JavaScript (ES6+), Python, HTML5, CSS3</a:t>
                      </a:r>
                      <a:endParaRPr lang="en-US" altLang="ko-KR" sz="1000"/>
                    </a:p>
                  </a:txBody>
                  <a:tcPr marL="91440" marR="91440" anchor="ctr"/>
                </a:tc>
                <a:tc rowSpan="3">
                  <a:txBody>
                    <a:bodyPr vert="horz" wrap="square" lIns="91440" tIns="45720" rIns="91440" bIns="45720" anchor="ctr" anchorCtr="0">
                      <a:spAutoFit/>
                    </a:bodyPr>
                    <a:p>
                      <a:pPr algn="ctr">
                        <a:defRPr/>
                      </a:pPr>
                      <a:r>
                        <a:rPr lang="en-US" altLang="ko-KR" sz="1300" b="1"/>
                        <a:t>OS</a:t>
                      </a:r>
                      <a:endParaRPr lang="en-US" altLang="ko-KR" sz="1300"/>
                    </a:p>
                  </a:txBody>
                  <a:tcPr marL="91440" marR="91440" anchor="ctr"/>
                </a:tc>
                <a:tc rowSpan="3">
                  <a:txBody>
                    <a:bodyPr vert="horz" wrap="square" lIns="91440" tIns="45720" rIns="91440" bIns="45720" anchor="ctr" anchorCtr="0">
                      <a:spAutoFit/>
                    </a:bodyPr>
                    <a:p>
                      <a:pPr algn="ctr">
                        <a:defRPr/>
                      </a:pPr>
                      <a:r>
                        <a:rPr lang="en-US" altLang="ko-KR" sz="1000"/>
                        <a:t>window10</a:t>
                      </a:r>
                      <a:endParaRPr lang="en-US" altLang="ko-KR" sz="1000"/>
                    </a:p>
                  </a:txBody>
                  <a:tcPr marL="91440" marR="91440" anchor="ctr"/>
                </a:tc>
                <a:tc rowSpan="2">
                  <a:txBody>
                    <a:bodyPr vert="horz" wrap="square" lIns="91440" tIns="45720" rIns="91440" bIns="45720" anchor="ctr" anchorCtr="0">
                      <a:spAutoFit/>
                    </a:bodyPr>
                    <a:p>
                      <a:pPr algn="ctr">
                        <a:defRPr/>
                      </a:pPr>
                      <a:r>
                        <a:rPr lang="ko-KR" altLang="en-US" sz="1300" b="1"/>
                        <a:t>개발도구</a:t>
                      </a:r>
                      <a:endParaRPr lang="ko-KR" altLang="en-US" sz="1300" b="1"/>
                    </a:p>
                  </a:txBody>
                  <a:tcPr marL="91440" marR="91440" anchor="ctr"/>
                </a:tc>
                <a:tc rowSpan="2">
                  <a:txBody>
                    <a:bodyPr vert="horz" wrap="square" lIns="91440" tIns="45720" rIns="91440" bIns="45720" anchor="ctr" anchorCtr="0">
                      <a:spAutoFit/>
                    </a:bodyPr>
                    <a:p>
                      <a:pPr algn="ctr">
                        <a:defRPr/>
                      </a:pPr>
                      <a:r>
                        <a:rPr lang="ko-KR" altLang="en-US" sz="1000"/>
                        <a:t>Eclipse, VS Code</a:t>
                      </a:r>
                      <a:endParaRPr lang="ko-KR" altLang="en-US" sz="1000"/>
                    </a:p>
                  </a:txBody>
                  <a:tcPr marL="91440" marR="91440" anchor="ctr"/>
                </a:tc>
              </a:tr>
              <a:tr h="92274">
                <a:tc rowSpan="2">
                  <a:txBody>
                    <a:bodyPr vert="horz" wrap="square" lIns="91440" tIns="45720" rIns="91440" bIns="45720" anchor="ctr" anchorCtr="0">
                      <a:spAutoFit/>
                    </a:bodyPr>
                    <a:p>
                      <a:pPr algn="ctr">
                        <a:defRPr/>
                      </a:pPr>
                      <a:r>
                        <a:rPr lang="en-US" altLang="ko-KR" sz="1300" b="1"/>
                        <a:t>Frameworks &amp; Libraries</a:t>
                      </a:r>
                      <a:endParaRPr lang="en-US" altLang="ko-KR" sz="1300" b="1"/>
                    </a:p>
                  </a:txBody>
                  <a:tcPr marL="91440" marR="91440" anchor="ctr"/>
                </a:tc>
                <a:tc rowSpan="2">
                  <a:txBody>
                    <a:bodyPr vert="horz" wrap="square" lIns="91440" tIns="45720" rIns="91440" bIns="45720" anchor="ctr" anchorCtr="0">
                      <a:spAutoFit/>
                    </a:bodyPr>
                    <a:p>
                      <a:pPr algn="ctr">
                        <a:defRPr/>
                      </a:pPr>
                      <a:r>
                        <a:rPr lang="ko-KR" altLang="en-US" sz="1000"/>
                        <a:t>Spring</a:t>
                      </a:r>
                      <a:r>
                        <a:rPr lang="en-US" altLang="ko-KR" sz="1000"/>
                        <a:t> boot</a:t>
                      </a:r>
                      <a:endParaRPr lang="en-US" altLang="ko-KR" sz="1000"/>
                    </a:p>
                    <a:p>
                      <a:pPr algn="ctr">
                        <a:defRPr/>
                      </a:pPr>
                      <a:r>
                        <a:rPr lang="en-US" altLang="ko-KR" sz="1000"/>
                        <a:t>React</a:t>
                      </a:r>
                      <a:endParaRPr lang="en-US" altLang="ko-KR" sz="1000"/>
                    </a:p>
                    <a:p>
                      <a:pPr algn="ctr">
                        <a:defRPr/>
                      </a:pPr>
                      <a:r>
                        <a:rPr lang="ko-KR" altLang="en-US" sz="1000"/>
                        <a:t>Spring Security</a:t>
                      </a:r>
                      <a:endParaRPr lang="ko-KR" altLang="en-US" sz="1000"/>
                    </a:p>
                    <a:p>
                      <a:pPr algn="ctr">
                        <a:defRPr/>
                      </a:pPr>
                      <a:r>
                        <a:rPr lang="ko-KR" altLang="en-US" sz="1000"/>
                        <a:t>Mybatis</a:t>
                      </a:r>
                      <a:endParaRPr lang="ko-KR" altLang="en-US" sz="1000"/>
                    </a:p>
                  </a:txBody>
                  <a:tcPr marL="91440" marR="91440" anchor="ctr"/>
                </a:tc>
                <a:tc vMerge="1">
                  <a:txBody>
                    <a:bodyPr vert="horz" wrap="square" lIns="91440" tIns="45720" rIns="91440" bIns="45720" anchor="ctr" anchorCtr="0">
                      <a:spAutoFit/>
                    </a:bodyPr>
                    <a:p>
                      <a:pPr>
                        <a:defRPr/>
                      </a:pPr>
                      <a:endParaRPr lang="en-US" altLang="ko-KR"/>
                    </a:p>
                  </a:txBody>
                  <a:tcPr marL="91440" marR="91440" anchor="ctr"/>
                </a:tc>
                <a:tc vMerge="1">
                  <a:txBody>
                    <a:bodyPr vert="horz" wrap="square" lIns="91440" tIns="45720" rIns="91440" bIns="45720" anchor="ctr" anchorCtr="0">
                      <a:spAutoFit/>
                    </a:bodyPr>
                    <a:p>
                      <a:pPr>
                        <a:defRPr/>
                      </a:pPr>
                      <a:endParaRPr lang="en-US" altLang="ko-KR"/>
                    </a:p>
                  </a:txBody>
                  <a:tcPr marL="91440" marR="91440" anchor="ctr"/>
                </a:tc>
                <a:tc vMerge="1">
                  <a:txBody>
                    <a:bodyPr vert="horz" wrap="square" lIns="91440" tIns="45720" rIns="91440" bIns="45720" anchor="t" anchorCtr="0">
                      <a:spAutoFit/>
                    </a:bodyPr>
                    <a:p>
                      <a:pPr>
                        <a:defRPr/>
                      </a:pPr>
                      <a:endParaRPr lang="ko-KR" altLang="en-US"/>
                    </a:p>
                  </a:txBody>
                  <a:tcPr marL="91440" marR="91440"/>
                </a:tc>
                <a:tc vMerge="1">
                  <a:txBody>
                    <a:bodyPr vert="horz" wrap="square" lIns="91440" tIns="45720" rIns="91440" bIns="45720" anchor="t" anchorCtr="0">
                      <a:spAutoFit/>
                    </a:bodyPr>
                    <a:p>
                      <a:pPr>
                        <a:defRPr/>
                      </a:pPr>
                      <a:endParaRPr lang="ko-KR" altLang="en-US"/>
                    </a:p>
                  </a:txBody>
                  <a:tcPr marL="91440" marR="91440"/>
                </a:tc>
              </a:tr>
              <a:tr h="669963">
                <a:tc vMerge="1">
                  <a:txBody>
                    <a:bodyPr wrap="square">
                      <a:spAutoFit/>
                    </a:bodyPr>
                    <a:p>
                      <a:pPr>
                        <a:defRPr/>
                      </a:pPr>
                      <a:endParaRPr lang="en-US" altLang="ko-KR"/>
                    </a:p>
                  </a:txBody>
                  <a:tcPr marL="91440" marR="91440"/>
                </a:tc>
                <a:tc vMerge="1">
                  <a:txBody>
                    <a:bodyPr wrap="square">
                      <a:spAutoFit/>
                    </a:bodyPr>
                    <a:p>
                      <a:pPr>
                        <a:defRPr/>
                      </a:pPr>
                      <a:endParaRPr lang="en-US" altLang="ko-KR"/>
                    </a:p>
                  </a:txBody>
                  <a:tcPr marL="91440" marR="91440"/>
                </a:tc>
                <a:tc vMerge="1">
                  <a:txBody>
                    <a:bodyPr wrap="square">
                      <a:spAutoFit/>
                    </a:bodyPr>
                    <a:p>
                      <a:pPr>
                        <a:defRPr/>
                      </a:pPr>
                      <a:endParaRPr lang="en-US" altLang="ko-KR"/>
                    </a:p>
                  </a:txBody>
                  <a:tcPr marL="91440" marR="91440"/>
                </a:tc>
                <a:tc vMerge="1">
                  <a:txBody>
                    <a:bodyPr wrap="square">
                      <a:spAutoFit/>
                    </a:bodyPr>
                    <a:p>
                      <a:pPr>
                        <a:defRPr/>
                      </a:pPr>
                      <a:endParaRPr lang="en-US" altLang="ko-KR"/>
                    </a:p>
                  </a:txBody>
                  <a:tcPr marL="91440" marR="91440"/>
                </a:tc>
                <a:tc>
                  <a:txBody>
                    <a:bodyPr vert="horz" wrap="square" lIns="91440" tIns="45720" rIns="91440" bIns="45720" anchor="ctr" anchorCtr="0">
                      <a:spAutoFit/>
                    </a:bodyPr>
                    <a:p>
                      <a:pPr algn="ctr">
                        <a:defRPr/>
                      </a:pPr>
                      <a:r>
                        <a:rPr lang="ko-KR" altLang="en-US" sz="1300" b="1"/>
                        <a:t>DB Tool</a:t>
                      </a:r>
                      <a:endParaRPr lang="ko-KR" altLang="en-US" sz="1300" b="1"/>
                    </a:p>
                  </a:txBody>
                  <a:tcPr marL="91440" marR="91440" anchor="ctr"/>
                </a:tc>
                <a:tc>
                  <a:txBody>
                    <a:bodyPr vert="horz" wrap="square" lIns="91440" tIns="45720" rIns="91440" bIns="45720" anchor="ctr" anchorCtr="0">
                      <a:spAutoFit/>
                    </a:bodyPr>
                    <a:p>
                      <a:pPr algn="ctr">
                        <a:defRPr/>
                      </a:pPr>
                      <a:r>
                        <a:rPr lang="ko-KR" altLang="en-US" sz="1000"/>
                        <a:t>SQL Developer</a:t>
                      </a:r>
                      <a:endParaRPr lang="ko-KR" altLang="en-US" sz="1000"/>
                    </a:p>
                  </a:txBody>
                  <a:tcPr marL="91440" marR="91440" anchor="ctr"/>
                </a:tc>
              </a:tr>
              <a:tr h="552847">
                <a:tc>
                  <a:txBody>
                    <a:bodyPr vert="horz" wrap="square" lIns="91440" tIns="45720" rIns="91440" bIns="45720" anchor="ctr" anchorCtr="0">
                      <a:spAutoFit/>
                    </a:bodyPr>
                    <a:p>
                      <a:pPr algn="ctr">
                        <a:defRPr/>
                      </a:pPr>
                      <a:r>
                        <a:rPr lang="en-US" altLang="ko-KR" sz="1300" b="1"/>
                        <a:t>DB</a:t>
                      </a:r>
                      <a:endParaRPr lang="en-US" altLang="ko-KR" sz="1300" b="1"/>
                    </a:p>
                  </a:txBody>
                  <a:tcPr marL="91440" marR="91440" anchor="ctr"/>
                </a:tc>
                <a:tc>
                  <a:txBody>
                    <a:bodyPr vert="horz" wrap="square" lIns="91440" tIns="45720" rIns="91440" bIns="45720" anchor="ctr" anchorCtr="0">
                      <a:spAutoFit/>
                    </a:bodyPr>
                    <a:p>
                      <a:pPr algn="ctr">
                        <a:defRPr/>
                      </a:pPr>
                      <a:r>
                        <a:rPr lang="en-US" altLang="ko-KR" sz="1000"/>
                        <a:t>Oracle 11</a:t>
                      </a:r>
                      <a:endParaRPr lang="en-US" altLang="ko-KR" sz="1000"/>
                    </a:p>
                  </a:txBody>
                  <a:tcPr marL="91440" marR="91440" anchor="ctr"/>
                </a:tc>
                <a:tc rowSpan="2">
                  <a:txBody>
                    <a:bodyPr vert="horz" wrap="square" lIns="91440" tIns="45720" rIns="91440" bIns="45720" anchor="ctr" anchorCtr="0">
                      <a:spAutoFit/>
                    </a:bodyPr>
                    <a:p>
                      <a:pPr algn="ctr">
                        <a:defRPr/>
                      </a:pPr>
                      <a:r>
                        <a:rPr lang="en-US" altLang="ko-KR" sz="1300" b="1"/>
                        <a:t>server</a:t>
                      </a:r>
                      <a:endParaRPr lang="en-US" altLang="ko-KR" sz="1300"/>
                    </a:p>
                  </a:txBody>
                  <a:tcPr marL="91440" marR="91440" anchor="ctr"/>
                </a:tc>
                <a:tc rowSpan="2">
                  <a:txBody>
                    <a:bodyPr vert="horz" wrap="square" lIns="91440" tIns="45720" rIns="91440" bIns="45720" anchor="ctr" anchorCtr="0">
                      <a:spAutoFit/>
                    </a:bodyPr>
                    <a:p>
                      <a:pPr lvl="0" algn="ctr">
                        <a:defRPr/>
                      </a:pPr>
                      <a:r>
                        <a:rPr lang="ko-KR" altLang="en-US" sz="1000">
                          <a:latin typeface="+mn-lt"/>
                          <a:ea typeface="+mn-ea"/>
                          <a:cs typeface="+mn-cs"/>
                        </a:rPr>
                        <a:t>Apache Tomcat</a:t>
                      </a:r>
                      <a:endParaRPr lang="en-US" altLang="ko-KR" sz="1000"/>
                    </a:p>
                  </a:txBody>
                  <a:tcPr marL="91440" marR="91440" anchor="ctr"/>
                </a:tc>
                <a:tc rowSpan="2">
                  <a:txBody>
                    <a:bodyPr vert="horz" wrap="square" lIns="91440" tIns="45720" rIns="91440" bIns="45720" anchor="ctr" anchorCtr="0">
                      <a:spAutoFit/>
                    </a:bodyPr>
                    <a:p>
                      <a:pPr algn="ctr">
                        <a:defRPr/>
                      </a:pPr>
                      <a:r>
                        <a:rPr lang="ko-KR" altLang="en-US" sz="1300" b="1"/>
                        <a:t>형상관리</a:t>
                      </a:r>
                      <a:br>
                        <a:rPr lang="ko-KR" altLang="en-US" sz="1300" b="1"/>
                      </a:br>
                      <a:r>
                        <a:rPr lang="en-US" altLang="ko-KR" sz="1300" b="1"/>
                        <a:t>/</a:t>
                      </a:r>
                      <a:br>
                        <a:rPr lang="ko-KR" altLang="en-US" sz="1300" b="1"/>
                      </a:br>
                      <a:r>
                        <a:rPr lang="ko-KR" altLang="en-US" sz="1300" b="1"/>
                        <a:t>문서관리</a:t>
                      </a:r>
                      <a:endParaRPr lang="ko-KR" altLang="en-US" sz="1300" b="1"/>
                    </a:p>
                  </a:txBody>
                  <a:tcPr marL="91440" marR="91440" anchor="ctr"/>
                </a:tc>
                <a:tc rowSpan="2">
                  <a:txBody>
                    <a:bodyPr vert="horz" wrap="square" lIns="91440" tIns="45720" rIns="91440" bIns="45720" anchor="ctr" anchorCtr="0">
                      <a:spAutoFit/>
                    </a:bodyPr>
                    <a:p>
                      <a:pPr algn="ctr">
                        <a:defRPr/>
                      </a:pPr>
                      <a:r>
                        <a:rPr lang="ko-KR" altLang="en-US" sz="1000"/>
                        <a:t>GitHub</a:t>
                      </a:r>
                      <a:endParaRPr lang="ko-KR" altLang="en-US" sz="1000"/>
                    </a:p>
                  </a:txBody>
                  <a:tcPr marL="91440" marR="91440" anchor="ctr"/>
                </a:tc>
              </a:tr>
              <a:tr h="752724">
                <a:tc>
                  <a:txBody>
                    <a:bodyPr vert="horz" wrap="square" lIns="91440" tIns="45720" rIns="91440" bIns="45720" anchor="ctr" anchorCtr="0">
                      <a:spAutoFit/>
                    </a:bodyPr>
                    <a:p>
                      <a:pPr algn="ctr">
                        <a:defRPr/>
                      </a:pPr>
                      <a:r>
                        <a:rPr lang="en-US" altLang="ko-KR" sz="1300" b="1"/>
                        <a:t>API</a:t>
                      </a:r>
                      <a:endParaRPr lang="en-US" altLang="ko-KR" sz="1300" b="1"/>
                    </a:p>
                  </a:txBody>
                  <a:tcPr marL="91440" marR="91440" anchor="ctr"/>
                </a:tc>
                <a:tc>
                  <a:txBody>
                    <a:bodyPr vert="horz" wrap="square" lIns="91440" tIns="45720" rIns="91440" bIns="45720" anchor="ctr" anchorCtr="0">
                      <a:spAutoFit/>
                    </a:bodyPr>
                    <a:p>
                      <a:pPr lvl="0">
                        <a:defRPr/>
                      </a:pPr>
                      <a:r>
                        <a:rPr lang="ko-KR" altLang="en-US" sz="1000">
                          <a:latin typeface="+mn-lt"/>
                          <a:ea typeface="+mn-ea"/>
                          <a:cs typeface="+mn-cs"/>
                        </a:rPr>
                        <a:t>공공데이터 활용 법률/판례 API</a:t>
                      </a:r>
                      <a:endParaRPr lang="ko-KR" altLang="en-US" sz="1000"/>
                    </a:p>
                  </a:txBody>
                  <a:tcPr marL="91440" marR="91440" anchor="ctr"/>
                </a:tc>
                <a:tc vMerge="1">
                  <a:txBody>
                    <a:bodyPr vert="horz" wrap="square" lIns="91440" tIns="45720" rIns="91440" bIns="45720" anchor="ctr" anchorCtr="0">
                      <a:spAutoFit/>
                    </a:bodyPr>
                    <a:p>
                      <a:pPr>
                        <a:defRPr/>
                      </a:pPr>
                      <a:endParaRPr lang="en-US" altLang="ko-KR"/>
                    </a:p>
                  </a:txBody>
                  <a:tcPr marL="91440" marR="91440" anchor="ctr"/>
                </a:tc>
                <a:tc vMerge="1">
                  <a:txBody>
                    <a:bodyPr vert="horz" wrap="square" lIns="91440" tIns="45720" rIns="91440" bIns="45720" anchor="ctr" anchorCtr="0">
                      <a:spAutoFit/>
                    </a:bodyPr>
                    <a:p>
                      <a:pPr>
                        <a:defRPr/>
                      </a:pPr>
                      <a:endParaRPr lang="en-US" altLang="ko-KR"/>
                    </a:p>
                  </a:txBody>
                  <a:tcPr marL="91440" marR="91440" anchor="ctr"/>
                </a:tc>
                <a:tc vMerge="1">
                  <a:txBody>
                    <a:bodyPr vert="horz" wrap="square" lIns="91440" tIns="45720" rIns="91440" bIns="45720" anchor="t" anchorCtr="0">
                      <a:spAutoFit/>
                    </a:bodyPr>
                    <a:p>
                      <a:pPr>
                        <a:defRPr/>
                      </a:pPr>
                      <a:endParaRPr lang="ko-KR" altLang="en-US"/>
                    </a:p>
                  </a:txBody>
                  <a:tcPr marL="91440" marR="91440"/>
                </a:tc>
                <a:tc vMerge="1">
                  <a:txBody>
                    <a:bodyPr vert="horz" wrap="square" lIns="91440" tIns="45720" rIns="91440" bIns="45720" anchor="t" anchorCtr="0">
                      <a:spAutoFit/>
                    </a:bodyPr>
                    <a:p>
                      <a:pPr>
                        <a:defRPr/>
                      </a:pPr>
                      <a:endParaRPr lang="ko-KR" altLang="en-US"/>
                    </a:p>
                  </a:txBody>
                  <a:tcPr marL="91440" marR="91440"/>
                </a:tc>
              </a:tr>
            </a:tbl>
          </a:graphicData>
        </a:graphic>
      </p:graphicFrame>
      <p:pic>
        <p:nvPicPr>
          <p:cNvPr id="8" name=""/>
          <p:cNvPicPr>
            <a:picLocks noChangeAspect="1"/>
          </p:cNvPicPr>
          <p:nvPr/>
        </p:nvPicPr>
        <p:blipFill rotWithShape="1">
          <a:blip r:embed="rId2"/>
          <a:stretch>
            <a:fillRect/>
          </a:stretch>
        </p:blipFill>
        <p:spPr>
          <a:xfrm>
            <a:off x="457199" y="2681507"/>
            <a:ext cx="1537890" cy="902890"/>
          </a:xfrm>
          <a:prstGeom prst="rect">
            <a:avLst/>
          </a:prstGeom>
        </p:spPr>
      </p:pic>
      <p:pic>
        <p:nvPicPr>
          <p:cNvPr id="9" name=""/>
          <p:cNvPicPr>
            <a:picLocks noChangeAspect="1"/>
          </p:cNvPicPr>
          <p:nvPr/>
        </p:nvPicPr>
        <p:blipFill rotWithShape="1">
          <a:blip r:embed="rId3"/>
          <a:stretch>
            <a:fillRect/>
          </a:stretch>
        </p:blipFill>
        <p:spPr>
          <a:xfrm>
            <a:off x="457199" y="1325428"/>
            <a:ext cx="1228531" cy="1214490"/>
          </a:xfrm>
          <a:prstGeom prst="rect">
            <a:avLst/>
          </a:prstGeom>
        </p:spPr>
      </p:pic>
      <p:pic>
        <p:nvPicPr>
          <p:cNvPr id="10" name=""/>
          <p:cNvPicPr>
            <a:picLocks noChangeAspect="1"/>
          </p:cNvPicPr>
          <p:nvPr/>
        </p:nvPicPr>
        <p:blipFill rotWithShape="1">
          <a:blip r:embed="rId4"/>
          <a:stretch>
            <a:fillRect/>
          </a:stretch>
        </p:blipFill>
        <p:spPr>
          <a:xfrm>
            <a:off x="5956180" y="1793686"/>
            <a:ext cx="654843" cy="644921"/>
          </a:xfrm>
          <a:prstGeom prst="rect">
            <a:avLst/>
          </a:prstGeom>
        </p:spPr>
      </p:pic>
      <p:pic>
        <p:nvPicPr>
          <p:cNvPr id="11" name=""/>
          <p:cNvPicPr>
            <a:picLocks noChangeAspect="1"/>
          </p:cNvPicPr>
          <p:nvPr/>
        </p:nvPicPr>
        <p:blipFill rotWithShape="1">
          <a:blip r:embed="rId5"/>
          <a:stretch>
            <a:fillRect/>
          </a:stretch>
        </p:blipFill>
        <p:spPr>
          <a:xfrm>
            <a:off x="1995089" y="1773842"/>
            <a:ext cx="684609" cy="813593"/>
          </a:xfrm>
          <a:prstGeom prst="rect">
            <a:avLst/>
          </a:prstGeom>
        </p:spPr>
      </p:pic>
      <p:pic>
        <p:nvPicPr>
          <p:cNvPr id="12" name=""/>
          <p:cNvPicPr>
            <a:picLocks noChangeAspect="1"/>
          </p:cNvPicPr>
          <p:nvPr/>
        </p:nvPicPr>
        <p:blipFill rotWithShape="1">
          <a:blip r:embed="rId6"/>
          <a:stretch>
            <a:fillRect/>
          </a:stretch>
        </p:blipFill>
        <p:spPr>
          <a:xfrm>
            <a:off x="2307628" y="2823765"/>
            <a:ext cx="912812" cy="605234"/>
          </a:xfrm>
          <a:prstGeom prst="rect">
            <a:avLst/>
          </a:prstGeom>
        </p:spPr>
      </p:pic>
      <p:pic>
        <p:nvPicPr>
          <p:cNvPr id="13" name=""/>
          <p:cNvPicPr>
            <a:picLocks noChangeAspect="1"/>
          </p:cNvPicPr>
          <p:nvPr/>
        </p:nvPicPr>
        <p:blipFill rotWithShape="1">
          <a:blip r:embed="rId7"/>
          <a:stretch>
            <a:fillRect/>
          </a:stretch>
        </p:blipFill>
        <p:spPr>
          <a:xfrm>
            <a:off x="3492796" y="2883484"/>
            <a:ext cx="781414" cy="545515"/>
          </a:xfrm>
          <a:prstGeom prst="rect">
            <a:avLst/>
          </a:prstGeom>
        </p:spPr>
      </p:pic>
      <p:pic>
        <p:nvPicPr>
          <p:cNvPr id="14" name=""/>
          <p:cNvPicPr>
            <a:picLocks noChangeAspect="1"/>
          </p:cNvPicPr>
          <p:nvPr/>
        </p:nvPicPr>
        <p:blipFill rotWithShape="1">
          <a:blip r:embed="rId8"/>
          <a:stretch>
            <a:fillRect/>
          </a:stretch>
        </p:blipFill>
        <p:spPr>
          <a:xfrm>
            <a:off x="2924835" y="1562454"/>
            <a:ext cx="1349375" cy="1200546"/>
          </a:xfrm>
          <a:prstGeom prst="rect">
            <a:avLst/>
          </a:prstGeom>
        </p:spPr>
      </p:pic>
      <p:pic>
        <p:nvPicPr>
          <p:cNvPr id="15" name=""/>
          <p:cNvPicPr>
            <a:picLocks noChangeAspect="1"/>
          </p:cNvPicPr>
          <p:nvPr/>
        </p:nvPicPr>
        <p:blipFill rotWithShape="1">
          <a:blip r:embed="rId9"/>
          <a:stretch>
            <a:fillRect/>
          </a:stretch>
        </p:blipFill>
        <p:spPr>
          <a:xfrm>
            <a:off x="4145438" y="2764234"/>
            <a:ext cx="1279921" cy="664765"/>
          </a:xfrm>
          <a:prstGeom prst="rect">
            <a:avLst/>
          </a:prstGeom>
        </p:spPr>
      </p:pic>
      <p:pic>
        <p:nvPicPr>
          <p:cNvPr id="16" name=""/>
          <p:cNvPicPr>
            <a:picLocks noChangeAspect="1"/>
          </p:cNvPicPr>
          <p:nvPr/>
        </p:nvPicPr>
        <p:blipFill rotWithShape="1">
          <a:blip r:embed="rId10"/>
          <a:stretch>
            <a:fillRect/>
          </a:stretch>
        </p:blipFill>
        <p:spPr>
          <a:xfrm>
            <a:off x="5425360" y="2764234"/>
            <a:ext cx="1061640" cy="793750"/>
          </a:xfrm>
          <a:prstGeom prst="rect">
            <a:avLst/>
          </a:prstGeom>
        </p:spPr>
      </p:pic>
      <p:pic>
        <p:nvPicPr>
          <p:cNvPr id="17" name=""/>
          <p:cNvPicPr>
            <a:picLocks noChangeAspect="1"/>
          </p:cNvPicPr>
          <p:nvPr/>
        </p:nvPicPr>
        <p:blipFill rotWithShape="1">
          <a:blip r:embed="rId11"/>
          <a:stretch>
            <a:fillRect/>
          </a:stretch>
        </p:blipFill>
        <p:spPr>
          <a:xfrm>
            <a:off x="4274210" y="1644858"/>
            <a:ext cx="1349375" cy="942578"/>
          </a:xfrm>
          <a:prstGeom prst="rect">
            <a:avLst/>
          </a:prstGeom>
        </p:spPr>
      </p:pic>
      <p:pic>
        <p:nvPicPr>
          <p:cNvPr id="18" name=""/>
          <p:cNvPicPr>
            <a:picLocks noChangeAspect="1"/>
          </p:cNvPicPr>
          <p:nvPr/>
        </p:nvPicPr>
        <p:blipFill rotWithShape="1">
          <a:blip r:embed="rId12"/>
          <a:stretch>
            <a:fillRect/>
          </a:stretch>
        </p:blipFill>
        <p:spPr>
          <a:xfrm>
            <a:off x="6487000" y="2883297"/>
            <a:ext cx="2202656" cy="545703"/>
          </a:xfrm>
          <a:prstGeom prst="rect">
            <a:avLst/>
          </a:prstGeom>
        </p:spPr>
      </p:pic>
      <p:pic>
        <p:nvPicPr>
          <p:cNvPr id="19" name=""/>
          <p:cNvPicPr>
            <a:picLocks noChangeAspect="1"/>
          </p:cNvPicPr>
          <p:nvPr/>
        </p:nvPicPr>
        <p:blipFill rotWithShape="1">
          <a:blip r:embed="rId13"/>
          <a:stretch>
            <a:fillRect/>
          </a:stretch>
        </p:blipFill>
        <p:spPr>
          <a:xfrm>
            <a:off x="8107934" y="1891207"/>
            <a:ext cx="578863" cy="578863"/>
          </a:xfrm>
          <a:prstGeom prst="rect">
            <a:avLst/>
          </a:prstGeom>
        </p:spPr>
      </p:pic>
      <p:pic>
        <p:nvPicPr>
          <p:cNvPr id="21" name=""/>
          <p:cNvPicPr>
            <a:picLocks noChangeAspect="1"/>
          </p:cNvPicPr>
          <p:nvPr/>
        </p:nvPicPr>
        <p:blipFill rotWithShape="1">
          <a:blip r:embed="rId14"/>
          <a:stretch>
            <a:fillRect/>
          </a:stretch>
        </p:blipFill>
        <p:spPr>
          <a:xfrm>
            <a:off x="7073465" y="1738684"/>
            <a:ext cx="757874" cy="754925"/>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p:txBody>
          <a:bodyPr/>
          <a:lstStyle/>
          <a:p>
            <a:pPr lvl="0">
              <a:defRPr/>
            </a:pPr>
            <a:r>
              <a:rPr lang="ko-KR" altLang="en-US"/>
              <a:t>주요 기능</a:t>
            </a:r>
            <a:endParaRPr lang="ko-KR" altLang="en-US"/>
          </a:p>
        </p:txBody>
      </p:sp>
      <p:sp>
        <p:nvSpPr>
          <p:cNvPr id="3" name="TextBox 2"/>
          <p:cNvSpPr txBox="1"/>
          <p:nvPr/>
        </p:nvSpPr>
        <p:spPr>
          <a:xfrm>
            <a:off x="2953520" y="545456"/>
            <a:ext cx="2533649" cy="519439"/>
          </a:xfrm>
          <a:prstGeom prst="rect">
            <a:avLst/>
          </a:prstGeom>
          <a:noFill/>
        </p:spPr>
        <p:txBody>
          <a:bodyPr wrap="square">
            <a:spAutoFit/>
          </a:bodyPr>
          <a:lstStyle/>
          <a:p>
            <a:pPr lvl="0">
              <a:defRPr>
                <a:latin typeface="+mn-lt"/>
                <a:ea typeface="+mn-ea"/>
                <a:cs typeface="+mn-cs"/>
              </a:defRPr>
            </a:pPr>
            <a:r>
              <a:rPr lang="ko-KR" altLang="en-US" sz="2800">
                <a:latin typeface="+mn-lt"/>
                <a:ea typeface="+mn-ea"/>
                <a:cs typeface="+mn-cs"/>
              </a:rPr>
              <a:t>회원가입</a:t>
            </a:r>
            <a:endParaRPr lang="ko-KR" altLang="en-US" sz="2800">
              <a:latin typeface="+mn-lt"/>
              <a:ea typeface="+mn-ea"/>
              <a:cs typeface="+mn-cs"/>
            </a:endParaRPr>
          </a:p>
        </p:txBody>
      </p:sp>
      <p:pic>
        <p:nvPicPr>
          <p:cNvPr id="13" name=""/>
          <p:cNvPicPr>
            <a:picLocks noChangeAspect="1"/>
          </p:cNvPicPr>
          <p:nvPr/>
        </p:nvPicPr>
        <p:blipFill rotWithShape="1">
          <a:blip r:embed="rId3"/>
          <a:stretch>
            <a:fillRect/>
          </a:stretch>
        </p:blipFill>
        <p:spPr>
          <a:xfrm>
            <a:off x="258535" y="1778433"/>
            <a:ext cx="4018369" cy="4538546"/>
          </a:xfrm>
          <a:prstGeom prst="rect">
            <a:avLst/>
          </a:prstGeom>
        </p:spPr>
      </p:pic>
      <p:pic>
        <p:nvPicPr>
          <p:cNvPr id="12" name=""/>
          <p:cNvPicPr>
            <a:picLocks noChangeAspect="1"/>
          </p:cNvPicPr>
          <p:nvPr/>
        </p:nvPicPr>
        <p:blipFill rotWithShape="1">
          <a:blip r:embed="rId4"/>
          <a:stretch>
            <a:fillRect/>
          </a:stretch>
        </p:blipFill>
        <p:spPr>
          <a:xfrm>
            <a:off x="315096" y="1749021"/>
            <a:ext cx="3905249" cy="4567958"/>
          </a:xfrm>
          <a:prstGeom prst="rect">
            <a:avLst/>
          </a:prstGeom>
        </p:spPr>
      </p:pic>
      <p:pic>
        <p:nvPicPr>
          <p:cNvPr id="15" name=""/>
          <p:cNvPicPr>
            <a:picLocks noChangeAspect="1"/>
          </p:cNvPicPr>
          <p:nvPr/>
        </p:nvPicPr>
        <p:blipFill rotWithShape="1">
          <a:blip r:embed="rId5"/>
          <a:stretch>
            <a:fillRect/>
          </a:stretch>
        </p:blipFill>
        <p:spPr>
          <a:xfrm>
            <a:off x="4572000" y="1649832"/>
            <a:ext cx="4291379" cy="4766336"/>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p:txBody>
          <a:bodyPr/>
          <a:lstStyle/>
          <a:p>
            <a:pPr lvl="0">
              <a:defRPr/>
            </a:pPr>
            <a:r>
              <a:rPr lang="ko-KR" altLang="en-US"/>
              <a:t>주요 기능</a:t>
            </a:r>
            <a:endParaRPr lang="ko-KR" altLang="en-US"/>
          </a:p>
        </p:txBody>
      </p:sp>
      <p:sp>
        <p:nvSpPr>
          <p:cNvPr id="3" name="TextBox 2"/>
          <p:cNvSpPr txBox="1"/>
          <p:nvPr/>
        </p:nvSpPr>
        <p:spPr>
          <a:xfrm>
            <a:off x="2800349" y="545456"/>
            <a:ext cx="2533649" cy="519439"/>
          </a:xfrm>
          <a:prstGeom prst="rect">
            <a:avLst/>
          </a:prstGeom>
          <a:noFill/>
        </p:spPr>
        <p:txBody>
          <a:bodyPr wrap="square">
            <a:spAutoFit/>
          </a:bodyPr>
          <a:lstStyle/>
          <a:p>
            <a:pPr lvl="0">
              <a:defRPr>
                <a:latin typeface="+mn-lt"/>
                <a:ea typeface="+mn-ea"/>
                <a:cs typeface="+mn-cs"/>
              </a:defRPr>
            </a:pPr>
            <a:r>
              <a:rPr lang="ko-KR" altLang="en-US" sz="2800">
                <a:latin typeface="+mn-lt"/>
                <a:ea typeface="+mn-ea"/>
                <a:cs typeface="+mn-cs"/>
              </a:rPr>
              <a:t>로그인</a:t>
            </a:r>
            <a:endParaRPr lang="ko-KR" altLang="en-US" sz="2800">
              <a:latin typeface="+mn-lt"/>
              <a:ea typeface="+mn-ea"/>
              <a:cs typeface="+mn-cs"/>
            </a:endParaRPr>
          </a:p>
        </p:txBody>
      </p:sp>
      <p:pic>
        <p:nvPicPr>
          <p:cNvPr id="7" name=""/>
          <p:cNvPicPr>
            <a:picLocks noChangeAspect="1"/>
          </p:cNvPicPr>
          <p:nvPr/>
        </p:nvPicPr>
        <p:blipFill rotWithShape="1">
          <a:blip r:embed="rId3"/>
          <a:stretch>
            <a:fillRect/>
          </a:stretch>
        </p:blipFill>
        <p:spPr>
          <a:xfrm>
            <a:off x="457199" y="1807845"/>
            <a:ext cx="3609975" cy="4800600"/>
          </a:xfrm>
          <a:prstGeom prst="rect">
            <a:avLst/>
          </a:prstGeom>
        </p:spPr>
      </p:pic>
      <p:pic>
        <p:nvPicPr>
          <p:cNvPr id="6" name=""/>
          <p:cNvPicPr>
            <a:picLocks noChangeAspect="1"/>
          </p:cNvPicPr>
          <p:nvPr/>
        </p:nvPicPr>
        <p:blipFill rotWithShape="1">
          <a:blip r:embed="rId4"/>
          <a:srcRect r="-40"/>
          <a:stretch>
            <a:fillRect/>
          </a:stretch>
        </p:blipFill>
        <p:spPr>
          <a:xfrm>
            <a:off x="192254" y="1721448"/>
            <a:ext cx="3874920" cy="4757401"/>
          </a:xfrm>
          <a:custGeom>
            <a:avLst/>
            <a:gdLst>
              <a:gd name="connsiteX0" fmla="*/ 0 w 3874920"/>
              <a:gd name="connsiteY0" fmla="*/ 0 h 4757402"/>
              <a:gd name="connsiteX1" fmla="*/ 3873224 w 3874920"/>
              <a:gd name="connsiteY1" fmla="*/ 0 h 4757402"/>
              <a:gd name="connsiteX2" fmla="*/ 3847373 w 3874920"/>
              <a:gd name="connsiteY2" fmla="*/ 83548 h 4757402"/>
              <a:gd name="connsiteX3" fmla="*/ 3873224 w 3874920"/>
              <a:gd name="connsiteY3" fmla="*/ 4757402 h 4757402"/>
              <a:gd name="connsiteX4" fmla="*/ 0 w 3874920"/>
              <a:gd name="connsiteY4" fmla="*/ 4757402 h 4757402"/>
              <a:gd name="connsiteX5" fmla="*/ 0 w 3874920"/>
              <a:gd name="connsiteY5" fmla="*/ 0 h 4757402"/>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4920" h="4757402">
                <a:moveTo>
                  <a:pt x="0" y="0"/>
                </a:moveTo>
                <a:lnTo>
                  <a:pt x="3873224" y="0"/>
                </a:lnTo>
                <a:lnTo>
                  <a:pt x="3847373" y="83548"/>
                </a:lnTo>
                <a:lnTo>
                  <a:pt x="3873224" y="4757402"/>
                </a:lnTo>
                <a:lnTo>
                  <a:pt x="0" y="4757402"/>
                </a:lnTo>
                <a:lnTo>
                  <a:pt x="0" y="0"/>
                </a:lnTo>
                <a:close/>
              </a:path>
            </a:pathLst>
          </a:custGeom>
        </p:spPr>
      </p:pic>
      <p:pic>
        <p:nvPicPr>
          <p:cNvPr id="9" name=""/>
          <p:cNvPicPr>
            <a:picLocks noChangeAspect="1"/>
          </p:cNvPicPr>
          <p:nvPr/>
        </p:nvPicPr>
        <p:blipFill rotWithShape="1">
          <a:blip r:embed="rId5"/>
          <a:stretch>
            <a:fillRect/>
          </a:stretch>
        </p:blipFill>
        <p:spPr>
          <a:xfrm>
            <a:off x="4572000" y="1721448"/>
            <a:ext cx="4393406" cy="4800600"/>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p:txBody>
          <a:bodyPr/>
          <a:lstStyle/>
          <a:p>
            <a:pPr lvl="0">
              <a:defRPr/>
            </a:pPr>
            <a:r>
              <a:rPr lang="ko-KR" altLang="en-US"/>
              <a:t>주요 기능</a:t>
            </a:r>
            <a:endParaRPr lang="ko-KR" altLang="en-US"/>
          </a:p>
        </p:txBody>
      </p:sp>
      <p:sp>
        <p:nvSpPr>
          <p:cNvPr id="3" name="TextBox 2"/>
          <p:cNvSpPr txBox="1"/>
          <p:nvPr/>
        </p:nvSpPr>
        <p:spPr>
          <a:xfrm>
            <a:off x="2545997" y="505888"/>
            <a:ext cx="6140800" cy="515382"/>
          </a:xfrm>
          <a:prstGeom prst="rect">
            <a:avLst/>
          </a:prstGeom>
          <a:noFill/>
        </p:spPr>
        <p:txBody>
          <a:bodyPr wrap="square">
            <a:spAutoFit/>
          </a:bodyPr>
          <a:lstStyle/>
          <a:p>
            <a:pPr lvl="0">
              <a:defRPr>
                <a:latin typeface="+mn-lt"/>
                <a:ea typeface="+mn-ea"/>
                <a:cs typeface="+mn-cs"/>
              </a:defRPr>
            </a:pPr>
            <a:r>
              <a:rPr lang="ko-KR" altLang="en-US" sz="2800">
                <a:latin typeface="+mn-lt"/>
                <a:ea typeface="+mn-ea"/>
                <a:cs typeface="+mn-cs"/>
              </a:rPr>
              <a:t>판례 검색 페이지 및 판례 상세 페이지</a:t>
            </a:r>
            <a:endParaRPr lang="ko-KR" altLang="en-US" sz="2800">
              <a:latin typeface="+mn-lt"/>
              <a:ea typeface="+mn-ea"/>
              <a:cs typeface="+mn-cs"/>
            </a:endParaRPr>
          </a:p>
        </p:txBody>
      </p:sp>
      <p:pic>
        <p:nvPicPr>
          <p:cNvPr id="4" name=""/>
          <p:cNvPicPr>
            <a:picLocks noChangeAspect="1"/>
          </p:cNvPicPr>
          <p:nvPr/>
        </p:nvPicPr>
        <p:blipFill rotWithShape="1">
          <a:blip r:embed="rId2"/>
          <a:stretch>
            <a:fillRect/>
          </a:stretch>
        </p:blipFill>
        <p:spPr>
          <a:xfrm>
            <a:off x="442162" y="1143000"/>
            <a:ext cx="4129837" cy="4730436"/>
          </a:xfrm>
          <a:prstGeom prst="rect">
            <a:avLst/>
          </a:prstGeom>
        </p:spPr>
      </p:pic>
      <p:pic>
        <p:nvPicPr>
          <p:cNvPr id="5" name=""/>
          <p:cNvPicPr>
            <a:picLocks noChangeAspect="1"/>
          </p:cNvPicPr>
          <p:nvPr/>
        </p:nvPicPr>
        <p:blipFill rotWithShape="1">
          <a:blip r:embed="rId3"/>
          <a:stretch>
            <a:fillRect/>
          </a:stretch>
        </p:blipFill>
        <p:spPr>
          <a:xfrm>
            <a:off x="4802621" y="1143000"/>
            <a:ext cx="3630741" cy="4730437"/>
          </a:xfrm>
          <a:prstGeom prst="rect">
            <a:avLst/>
          </a:prstGeom>
        </p:spPr>
      </p:pic>
      <p:sp>
        <p:nvSpPr>
          <p:cNvPr id="6" name=""/>
          <p:cNvSpPr txBox="1"/>
          <p:nvPr/>
        </p:nvSpPr>
        <p:spPr>
          <a:xfrm>
            <a:off x="1169335" y="6043964"/>
            <a:ext cx="2753325" cy="364808"/>
          </a:xfrm>
          <a:prstGeom prst="rect">
            <a:avLst/>
          </a:prstGeom>
        </p:spPr>
        <p:txBody>
          <a:bodyPr wrap="none">
            <a:spAutoFit/>
          </a:bodyPr>
          <a:p>
            <a:pPr marL="257040" indent="-257040">
              <a:buFont typeface="Arial"/>
              <a:buChar char="•"/>
              <a:defRPr/>
            </a:pPr>
            <a:r>
              <a:rPr lang="ko-KR" altLang="en-US"/>
              <a:t>카테고리 및 검색어 필터</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type="title" idx="0"/>
          </p:nvPr>
        </p:nvSpPr>
        <p:spPr>
          <a:xfrm>
            <a:off x="104423" y="225408"/>
            <a:ext cx="8229599" cy="758841"/>
          </a:xfrm>
        </p:spPr>
        <p:txBody>
          <a:bodyPr/>
          <a:lstStyle/>
          <a:p>
            <a:pPr lvl="0">
              <a:defRPr/>
            </a:pPr>
            <a:r>
              <a:rPr lang="ko-KR" altLang="en-US"/>
              <a:t>주요 기능</a:t>
            </a:r>
            <a:endParaRPr lang="ko-KR" altLang="en-US"/>
          </a:p>
        </p:txBody>
      </p:sp>
      <p:sp>
        <p:nvSpPr>
          <p:cNvPr id="3" name=""/>
          <p:cNvSpPr txBox="1"/>
          <p:nvPr/>
        </p:nvSpPr>
        <p:spPr>
          <a:xfrm>
            <a:off x="457199" y="1165939"/>
            <a:ext cx="3459329" cy="363379"/>
          </a:xfrm>
          <a:prstGeom prst="rect">
            <a:avLst/>
          </a:prstGeom>
        </p:spPr>
        <p:txBody>
          <a:bodyPr wrap="square">
            <a:spAutoFit/>
          </a:bodyPr>
          <a:p>
            <a:pPr lvl="0">
              <a:defRPr>
                <a:latin typeface="+mn-lt"/>
                <a:ea typeface="+mn-ea"/>
                <a:cs typeface="+mn-cs"/>
              </a:defRPr>
            </a:pPr>
            <a:r>
              <a:rPr lang="ko-KR" altLang="en-US">
                <a:latin typeface="+mn-lt"/>
                <a:ea typeface="+mn-ea"/>
                <a:cs typeface="+mn-cs"/>
              </a:rPr>
              <a:t>	공공 데이터 판례 수집 코드</a:t>
            </a:r>
            <a:endParaRPr lang="ko-KR" altLang="en-US">
              <a:latin typeface="+mn-lt"/>
              <a:ea typeface="+mn-ea"/>
              <a:cs typeface="+mn-cs"/>
            </a:endParaRPr>
          </a:p>
        </p:txBody>
      </p:sp>
      <p:pic>
        <p:nvPicPr>
          <p:cNvPr id="4" name=""/>
          <p:cNvPicPr>
            <a:picLocks noChangeAspect="1"/>
          </p:cNvPicPr>
          <p:nvPr/>
        </p:nvPicPr>
        <p:blipFill rotWithShape="1">
          <a:blip r:embed="rId2"/>
          <a:stretch>
            <a:fillRect/>
          </a:stretch>
        </p:blipFill>
        <p:spPr>
          <a:xfrm>
            <a:off x="933449" y="1529318"/>
            <a:ext cx="2784246" cy="5328682"/>
          </a:xfrm>
          <a:prstGeom prst="rect">
            <a:avLst/>
          </a:prstGeom>
        </p:spPr>
      </p:pic>
      <p:pic>
        <p:nvPicPr>
          <p:cNvPr id="5" name=""/>
          <p:cNvPicPr>
            <a:picLocks noChangeAspect="1"/>
          </p:cNvPicPr>
          <p:nvPr/>
        </p:nvPicPr>
        <p:blipFill rotWithShape="1">
          <a:blip r:embed="rId3"/>
          <a:stretch>
            <a:fillRect/>
          </a:stretch>
        </p:blipFill>
        <p:spPr>
          <a:xfrm>
            <a:off x="4395338" y="1529318"/>
            <a:ext cx="4214421" cy="5328682"/>
          </a:xfrm>
          <a:prstGeom prst="rect">
            <a:avLst/>
          </a:prstGeom>
        </p:spPr>
      </p:pic>
      <p:sp>
        <p:nvSpPr>
          <p:cNvPr id="6" name=""/>
          <p:cNvSpPr txBox="1"/>
          <p:nvPr/>
        </p:nvSpPr>
        <p:spPr>
          <a:xfrm>
            <a:off x="4750516" y="1165939"/>
            <a:ext cx="3459329" cy="363379"/>
          </a:xfrm>
          <a:prstGeom prst="rect">
            <a:avLst/>
          </a:prstGeom>
        </p:spPr>
        <p:txBody>
          <a:bodyPr wrap="square">
            <a:spAutoFit/>
          </a:bodyPr>
          <a:lstStyle/>
          <a:p>
            <a:pPr lvl="0">
              <a:defRPr>
                <a:latin typeface="+mn-lt"/>
                <a:ea typeface="+mn-ea"/>
                <a:cs typeface="+mn-cs"/>
              </a:defRPr>
            </a:pPr>
            <a:r>
              <a:rPr lang="ko-KR" altLang="en-US">
                <a:latin typeface="+mn-lt"/>
                <a:ea typeface="+mn-ea"/>
                <a:cs typeface="+mn-cs"/>
              </a:rPr>
              <a:t>	판례 데이터 </a:t>
            </a:r>
            <a:r>
              <a:rPr lang="en-US" altLang="ko-KR">
                <a:latin typeface="+mn-lt"/>
                <a:ea typeface="+mn-ea"/>
                <a:cs typeface="+mn-cs"/>
              </a:rPr>
              <a:t>ai</a:t>
            </a:r>
            <a:r>
              <a:rPr lang="ko-KR" altLang="en-US">
                <a:latin typeface="+mn-lt"/>
                <a:ea typeface="+mn-ea"/>
                <a:cs typeface="+mn-cs"/>
              </a:rPr>
              <a:t> 요약 코드</a:t>
            </a:r>
            <a:endParaRPr lang="ko-KR" altLang="en-US">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lvl="0">
              <a:defRPr/>
            </a:pPr>
            <a:r>
              <a:rPr lang="ko-KR" altLang="en-US"/>
              <a:t>주요 기능</a:t>
            </a:r>
            <a:endParaRPr lang="ko-KR" altLang="en-US"/>
          </a:p>
        </p:txBody>
      </p:sp>
      <p:sp>
        <p:nvSpPr>
          <p:cNvPr id="3" name=""/>
          <p:cNvSpPr txBox="1"/>
          <p:nvPr/>
        </p:nvSpPr>
        <p:spPr>
          <a:xfrm>
            <a:off x="338324" y="1330166"/>
            <a:ext cx="6519676" cy="363379"/>
          </a:xfrm>
          <a:prstGeom prst="rect">
            <a:avLst/>
          </a:prstGeom>
        </p:spPr>
        <p:txBody>
          <a:bodyPr wrap="square">
            <a:spAutoFit/>
          </a:bodyPr>
          <a:p>
            <a:pPr lvl="0">
              <a:defRPr>
                <a:latin typeface="+mn-lt"/>
                <a:ea typeface="+mn-ea"/>
                <a:cs typeface="+mn-cs"/>
              </a:defRPr>
            </a:pPr>
            <a:endParaRPr lang="en-US" altLang="ko-KR">
              <a:latin typeface="+mn-lt"/>
              <a:ea typeface="+mn-ea"/>
              <a:cs typeface="+mn-cs"/>
            </a:endParaRPr>
          </a:p>
        </p:txBody>
      </p:sp>
      <p:pic>
        <p:nvPicPr>
          <p:cNvPr id="4" name=""/>
          <p:cNvPicPr>
            <a:picLocks noChangeAspect="1"/>
          </p:cNvPicPr>
          <p:nvPr/>
        </p:nvPicPr>
        <p:blipFill rotWithShape="1">
          <a:blip r:embed="rId2"/>
          <a:stretch>
            <a:fillRect/>
          </a:stretch>
        </p:blipFill>
        <p:spPr>
          <a:xfrm>
            <a:off x="4572000" y="1113472"/>
            <a:ext cx="3564188" cy="3944690"/>
          </a:xfrm>
          <a:prstGeom prst="rect">
            <a:avLst/>
          </a:prstGeom>
        </p:spPr>
      </p:pic>
      <p:pic>
        <p:nvPicPr>
          <p:cNvPr id="6" name=""/>
          <p:cNvPicPr>
            <a:picLocks noChangeAspect="1"/>
          </p:cNvPicPr>
          <p:nvPr/>
        </p:nvPicPr>
        <p:blipFill rotWithShape="1">
          <a:blip r:embed="rId3"/>
          <a:stretch>
            <a:fillRect/>
          </a:stretch>
        </p:blipFill>
        <p:spPr>
          <a:xfrm>
            <a:off x="457199" y="1143000"/>
            <a:ext cx="3655475" cy="3885635"/>
          </a:xfrm>
          <a:prstGeom prst="rect">
            <a:avLst/>
          </a:prstGeom>
        </p:spPr>
      </p:pic>
      <p:sp>
        <p:nvSpPr>
          <p:cNvPr id="7" name=""/>
          <p:cNvSpPr txBox="1"/>
          <p:nvPr/>
        </p:nvSpPr>
        <p:spPr>
          <a:xfrm>
            <a:off x="2882235" y="567602"/>
            <a:ext cx="4514879" cy="516343"/>
          </a:xfrm>
          <a:prstGeom prst="rect">
            <a:avLst/>
          </a:prstGeom>
        </p:spPr>
        <p:txBody>
          <a:bodyPr wrap="none">
            <a:spAutoFit/>
          </a:bodyPr>
          <a:p>
            <a:pPr>
              <a:defRPr/>
            </a:pPr>
            <a:r>
              <a:rPr lang="ko-KR" altLang="en-US" sz="2800"/>
              <a:t>변호사 리스트 및 상세 페이지</a:t>
            </a:r>
            <a:endParaRPr lang="ko-KR" altLang="en-US" sz="2800"/>
          </a:p>
        </p:txBody>
      </p:sp>
      <p:sp>
        <p:nvSpPr>
          <p:cNvPr id="8" name=""/>
          <p:cNvSpPr txBox="1"/>
          <p:nvPr/>
        </p:nvSpPr>
        <p:spPr>
          <a:xfrm>
            <a:off x="1119187" y="5497159"/>
            <a:ext cx="2687003" cy="635036"/>
          </a:xfrm>
          <a:prstGeom prst="rect">
            <a:avLst/>
          </a:prstGeom>
        </p:spPr>
        <p:txBody>
          <a:bodyPr wrap="none">
            <a:spAutoFit/>
          </a:bodyPr>
          <a:p>
            <a:pPr marL="257040" indent="-257040">
              <a:buFont typeface="Arial"/>
              <a:buChar char="•"/>
              <a:defRPr/>
            </a:pPr>
            <a:r>
              <a:rPr lang="ko-KR" altLang="en-US"/>
              <a:t>키워드별 변호사 찾기</a:t>
            </a:r>
            <a:endParaRPr lang="ko-KR" altLang="en-US"/>
          </a:p>
          <a:p>
            <a:pPr marL="257040" indent="-257040">
              <a:buFont typeface="Arial"/>
              <a:buChar char="•"/>
              <a:defRPr/>
            </a:pPr>
            <a:r>
              <a:rPr lang="ko-KR" altLang="en-US"/>
              <a:t>카테고리별 변호사 필터</a:t>
            </a:r>
            <a:endParaRPr lang="ko-KR" altLang="en-US"/>
          </a:p>
        </p:txBody>
      </p:sp>
      <p:sp>
        <p:nvSpPr>
          <p:cNvPr id="9" name=""/>
          <p:cNvSpPr txBox="1"/>
          <p:nvPr/>
        </p:nvSpPr>
        <p:spPr>
          <a:xfrm>
            <a:off x="4822175" y="5497159"/>
            <a:ext cx="3019440" cy="642797"/>
          </a:xfrm>
          <a:prstGeom prst="rect">
            <a:avLst/>
          </a:prstGeom>
        </p:spPr>
        <p:txBody>
          <a:bodyPr wrap="none">
            <a:spAutoFit/>
          </a:bodyPr>
          <a:p>
            <a:pPr marL="257040" indent="-257040">
              <a:buFont typeface="Arial"/>
              <a:buChar char="•"/>
              <a:defRPr/>
            </a:pPr>
            <a:r>
              <a:rPr lang="ko-KR" altLang="en-US"/>
              <a:t>상담 후기 등록 및 조회</a:t>
            </a:r>
            <a:endParaRPr lang="ko-KR" altLang="en-US"/>
          </a:p>
          <a:p>
            <a:pPr marL="257040" indent="-257040">
              <a:buFont typeface="Arial"/>
              <a:buChar char="•"/>
              <a:defRPr/>
            </a:pPr>
            <a:r>
              <a:rPr lang="ko-KR" altLang="en-US"/>
              <a:t>상담 신청 및 </a:t>
            </a:r>
            <a:r>
              <a:rPr lang="en-US" altLang="ko-KR"/>
              <a:t>1:1</a:t>
            </a:r>
            <a:r>
              <a:rPr lang="ko-KR" altLang="en-US"/>
              <a:t> 채팅 연결</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lvl="0">
              <a:defRPr/>
            </a:pPr>
            <a:r>
              <a:rPr lang="ko-KR" altLang="en-US"/>
              <a:t>주요 기능</a:t>
            </a:r>
            <a:endParaRPr lang="ko-KR" altLang="en-US"/>
          </a:p>
        </p:txBody>
      </p:sp>
      <p:sp>
        <p:nvSpPr>
          <p:cNvPr id="3" name=""/>
          <p:cNvSpPr txBox="1"/>
          <p:nvPr/>
        </p:nvSpPr>
        <p:spPr>
          <a:xfrm>
            <a:off x="338324" y="1330166"/>
            <a:ext cx="6519676" cy="363379"/>
          </a:xfrm>
          <a:prstGeom prst="rect">
            <a:avLst/>
          </a:prstGeom>
        </p:spPr>
        <p:txBody>
          <a:bodyPr wrap="square">
            <a:spAutoFit/>
          </a:bodyPr>
          <a:p>
            <a:pPr lvl="0">
              <a:defRPr>
                <a:latin typeface="+mn-lt"/>
                <a:ea typeface="+mn-ea"/>
                <a:cs typeface="+mn-cs"/>
              </a:defRPr>
            </a:pPr>
            <a:endParaRPr lang="en-US" altLang="ko-KR">
              <a:latin typeface="+mn-lt"/>
              <a:ea typeface="+mn-ea"/>
              <a:cs typeface="+mn-cs"/>
            </a:endParaRPr>
          </a:p>
        </p:txBody>
      </p:sp>
      <p:sp>
        <p:nvSpPr>
          <p:cNvPr id="7" name=""/>
          <p:cNvSpPr txBox="1"/>
          <p:nvPr/>
        </p:nvSpPr>
        <p:spPr>
          <a:xfrm>
            <a:off x="2882235" y="505407"/>
            <a:ext cx="5000655" cy="511863"/>
          </a:xfrm>
          <a:prstGeom prst="rect">
            <a:avLst/>
          </a:prstGeom>
        </p:spPr>
        <p:txBody>
          <a:bodyPr wrap="none">
            <a:spAutoFit/>
          </a:bodyPr>
          <a:p>
            <a:pPr>
              <a:defRPr/>
            </a:pPr>
            <a:r>
              <a:rPr lang="ko-KR" altLang="en-US" sz="2800"/>
              <a:t>법률 </a:t>
            </a:r>
            <a:r>
              <a:rPr lang="en-US" altLang="ko-KR" sz="2800"/>
              <a:t>Q&amp;A</a:t>
            </a:r>
            <a:r>
              <a:rPr lang="ko-KR" altLang="en-US" sz="2800"/>
              <a:t> 리스트 및 상세 페이지</a:t>
            </a:r>
            <a:endParaRPr lang="ko-KR" altLang="en-US" sz="2800"/>
          </a:p>
        </p:txBody>
      </p:sp>
      <p:pic>
        <p:nvPicPr>
          <p:cNvPr id="8" name=""/>
          <p:cNvPicPr>
            <a:picLocks noChangeAspect="1"/>
          </p:cNvPicPr>
          <p:nvPr/>
        </p:nvPicPr>
        <p:blipFill rotWithShape="1">
          <a:blip r:embed="rId2"/>
          <a:stretch>
            <a:fillRect/>
          </a:stretch>
        </p:blipFill>
        <p:spPr>
          <a:xfrm>
            <a:off x="4251441" y="1143000"/>
            <a:ext cx="3351397" cy="3719503"/>
          </a:xfrm>
          <a:prstGeom prst="rect">
            <a:avLst/>
          </a:prstGeom>
        </p:spPr>
      </p:pic>
      <p:pic>
        <p:nvPicPr>
          <p:cNvPr id="9" name=""/>
          <p:cNvPicPr>
            <a:picLocks noChangeAspect="1"/>
          </p:cNvPicPr>
          <p:nvPr/>
        </p:nvPicPr>
        <p:blipFill rotWithShape="1">
          <a:blip r:embed="rId3"/>
          <a:stretch>
            <a:fillRect/>
          </a:stretch>
        </p:blipFill>
        <p:spPr>
          <a:xfrm>
            <a:off x="805754" y="1143000"/>
            <a:ext cx="3125707" cy="3396602"/>
          </a:xfrm>
          <a:prstGeom prst="rect">
            <a:avLst/>
          </a:prstGeom>
        </p:spPr>
      </p:pic>
      <p:sp>
        <p:nvSpPr>
          <p:cNvPr id="10" name=""/>
          <p:cNvSpPr txBox="1"/>
          <p:nvPr/>
        </p:nvSpPr>
        <p:spPr>
          <a:xfrm>
            <a:off x="4251441" y="4862503"/>
            <a:ext cx="3030838" cy="1734239"/>
          </a:xfrm>
          <a:prstGeom prst="rect">
            <a:avLst/>
          </a:prstGeom>
        </p:spPr>
        <p:txBody>
          <a:bodyPr wrap="none">
            <a:spAutoFit/>
          </a:bodyPr>
          <a:p>
            <a:pPr marL="333000" indent="-333000">
              <a:buFont typeface="Arial"/>
              <a:buChar char="•"/>
              <a:defRPr/>
            </a:pPr>
            <a:r>
              <a:rPr lang="ko-KR" altLang="en-US"/>
              <a:t>카테고리별 검색 필터</a:t>
            </a:r>
            <a:endParaRPr lang="ko-KR" altLang="en-US"/>
          </a:p>
          <a:p>
            <a:pPr marL="333000" indent="-333000">
              <a:buFont typeface="Arial"/>
              <a:buChar char="•"/>
              <a:defRPr/>
            </a:pPr>
            <a:r>
              <a:rPr lang="ko-KR" altLang="en-US"/>
              <a:t>변호사 답변 채택</a:t>
            </a:r>
            <a:endParaRPr lang="ko-KR" altLang="en-US"/>
          </a:p>
          <a:p>
            <a:pPr marL="333000" indent="-333000">
              <a:buFont typeface="Arial"/>
              <a:buChar char="•"/>
              <a:defRPr/>
            </a:pPr>
            <a:r>
              <a:rPr lang="ko-KR" altLang="en-US"/>
              <a:t>법률 </a:t>
            </a:r>
            <a:r>
              <a:rPr lang="en-US" altLang="ko-KR"/>
              <a:t>Q&amp;A</a:t>
            </a:r>
            <a:r>
              <a:rPr lang="ko-KR" altLang="en-US"/>
              <a:t> 등록</a:t>
            </a:r>
            <a:endParaRPr lang="ko-KR" altLang="en-US"/>
          </a:p>
          <a:p>
            <a:pPr marL="333000" indent="-333000">
              <a:buFont typeface="Arial"/>
              <a:buChar char="•"/>
              <a:defRPr/>
            </a:pPr>
            <a:r>
              <a:rPr lang="ko-KR" altLang="en-US"/>
              <a:t>상담신청 및 </a:t>
            </a:r>
            <a:r>
              <a:rPr lang="en-US" altLang="ko-KR"/>
              <a:t>1:1</a:t>
            </a:r>
            <a:r>
              <a:rPr lang="ko-KR" altLang="en-US"/>
              <a:t> 채팅 연결</a:t>
            </a:r>
            <a:endParaRPr lang="ko-KR" altLang="en-US"/>
          </a:p>
          <a:p>
            <a:pPr marL="0" indent="0">
              <a:buFont typeface="Arial"/>
              <a:buNone/>
              <a:defRPr/>
            </a:pPr>
            <a:endParaRPr lang="ko-KR" altLang="en-US"/>
          </a:p>
          <a:p>
            <a:pPr marL="333000" indent="-333000">
              <a:buFont typeface="Arial"/>
              <a:buChar char="•"/>
              <a:defRPr/>
            </a:pPr>
            <a:endParaRPr lang="ko-KR" altLang="en-US"/>
          </a:p>
        </p:txBody>
      </p:sp>
      <p:pic>
        <p:nvPicPr>
          <p:cNvPr id="11" name=""/>
          <p:cNvPicPr>
            <a:picLocks noChangeAspect="1"/>
          </p:cNvPicPr>
          <p:nvPr/>
        </p:nvPicPr>
        <p:blipFill rotWithShape="1">
          <a:blip r:embed="rId4"/>
          <a:stretch>
            <a:fillRect/>
          </a:stretch>
        </p:blipFill>
        <p:spPr>
          <a:xfrm>
            <a:off x="1465561" y="4539602"/>
            <a:ext cx="1806092" cy="2318398"/>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lvl="0">
              <a:defRPr/>
            </a:pPr>
            <a:r>
              <a:rPr lang="ko-KR" altLang="en-US"/>
              <a:t>주요 기능 </a:t>
            </a:r>
            <a:r>
              <a:rPr lang="ko-KR" altLang="en-US">
                <a:solidFill>
                  <a:schemeClr val="dk1"/>
                </a:solidFill>
              </a:rPr>
              <a:t>투표 게시판</a:t>
            </a:r>
            <a:endParaRPr lang="en-US" altLang="ko-KR">
              <a:solidFill>
                <a:schemeClr val="dk1"/>
              </a:solidFill>
            </a:endParaRPr>
          </a:p>
        </p:txBody>
      </p:sp>
      <p:pic>
        <p:nvPicPr>
          <p:cNvPr id="4" name=""/>
          <p:cNvPicPr>
            <a:picLocks noChangeAspect="1"/>
          </p:cNvPicPr>
          <p:nvPr/>
        </p:nvPicPr>
        <p:blipFill rotWithShape="1">
          <a:blip r:embed="rId2"/>
          <a:stretch>
            <a:fillRect/>
          </a:stretch>
        </p:blipFill>
        <p:spPr>
          <a:xfrm>
            <a:off x="154459" y="1287161"/>
            <a:ext cx="4185851" cy="5326277"/>
          </a:xfrm>
          <a:prstGeom prst="rect">
            <a:avLst/>
          </a:prstGeom>
        </p:spPr>
      </p:pic>
      <p:pic>
        <p:nvPicPr>
          <p:cNvPr id="6" name=""/>
          <p:cNvPicPr>
            <a:picLocks noChangeAspect="1"/>
          </p:cNvPicPr>
          <p:nvPr/>
        </p:nvPicPr>
        <p:blipFill rotWithShape="1">
          <a:blip r:embed="rId3"/>
          <a:stretch>
            <a:fillRect/>
          </a:stretch>
        </p:blipFill>
        <p:spPr>
          <a:xfrm>
            <a:off x="4340311" y="3428999"/>
            <a:ext cx="4346487" cy="3184438"/>
          </a:xfrm>
          <a:prstGeom prst="rect">
            <a:avLst/>
          </a:prstGeom>
        </p:spPr>
      </p:pic>
      <p:pic>
        <p:nvPicPr>
          <p:cNvPr id="7" name=""/>
          <p:cNvPicPr>
            <a:picLocks noChangeAspect="1"/>
          </p:cNvPicPr>
          <p:nvPr/>
        </p:nvPicPr>
        <p:blipFill rotWithShape="1">
          <a:blip r:embed="rId4"/>
          <a:stretch>
            <a:fillRect/>
          </a:stretch>
        </p:blipFill>
        <p:spPr>
          <a:xfrm>
            <a:off x="4340311" y="1287161"/>
            <a:ext cx="4173341" cy="2141839"/>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lvl="0">
              <a:defRPr/>
            </a:pPr>
            <a:r>
              <a:rPr lang="ko-KR" altLang="en-US"/>
              <a:t>주요 기능 </a:t>
            </a:r>
            <a:r>
              <a:rPr lang="ko-KR" altLang="en-US">
                <a:solidFill>
                  <a:schemeClr val="dk1"/>
                </a:solidFill>
              </a:rPr>
              <a:t>채팅</a:t>
            </a:r>
            <a:endParaRPr lang="ko-KR" altLang="en-US">
              <a:solidFill>
                <a:schemeClr val="dk1"/>
              </a:solidFill>
            </a:endParaRPr>
          </a:p>
        </p:txBody>
      </p:sp>
      <p:pic>
        <p:nvPicPr>
          <p:cNvPr id="8" name=""/>
          <p:cNvPicPr>
            <a:picLocks noChangeAspect="1"/>
          </p:cNvPicPr>
          <p:nvPr/>
        </p:nvPicPr>
        <p:blipFill rotWithShape="1">
          <a:blip r:embed="rId2"/>
          <a:stretch>
            <a:fillRect/>
          </a:stretch>
        </p:blipFill>
        <p:spPr>
          <a:xfrm>
            <a:off x="4572000" y="1560039"/>
            <a:ext cx="4373864" cy="4785669"/>
          </a:xfrm>
          <a:prstGeom prst="rect">
            <a:avLst/>
          </a:prstGeom>
        </p:spPr>
      </p:pic>
      <p:sp>
        <p:nvSpPr>
          <p:cNvPr id="10" name=""/>
          <p:cNvSpPr txBox="1"/>
          <p:nvPr/>
        </p:nvSpPr>
        <p:spPr>
          <a:xfrm>
            <a:off x="0" y="5950258"/>
            <a:ext cx="4684086" cy="907742"/>
          </a:xfrm>
          <a:prstGeom prst="rect">
            <a:avLst/>
          </a:prstGeom>
        </p:spPr>
        <p:txBody>
          <a:bodyPr wrap="square">
            <a:spAutoFit/>
          </a:bodyPr>
          <a:lstStyle/>
          <a:p>
            <a:pPr algn="ctr">
              <a:defRPr/>
            </a:pPr>
            <a:r>
              <a:rPr lang="ko-KR" altLang="en-US"/>
              <a:t>JWT 인증 → DB 저장 → 실시간 브로드캐스트</a:t>
            </a:r>
            <a:endParaRPr lang="ko-KR" altLang="en-US"/>
          </a:p>
          <a:p>
            <a:pPr marL="0" indent="0">
              <a:buFont typeface="Arial"/>
              <a:buNone/>
              <a:defRPr/>
            </a:pPr>
            <a:endParaRPr lang="ko-KR" altLang="en-US"/>
          </a:p>
          <a:p>
            <a:pPr marL="333000" indent="-333000">
              <a:buFont typeface="Arial"/>
              <a:buChar char="•"/>
              <a:defRPr/>
            </a:pPr>
            <a:endParaRPr lang="ko-KR" altLang="en-US"/>
          </a:p>
        </p:txBody>
      </p:sp>
      <p:pic>
        <p:nvPicPr>
          <p:cNvPr id="11" name=""/>
          <p:cNvPicPr>
            <a:picLocks noChangeAspect="1"/>
          </p:cNvPicPr>
          <p:nvPr/>
        </p:nvPicPr>
        <p:blipFill rotWithShape="1">
          <a:blip r:embed="rId3"/>
          <a:stretch>
            <a:fillRect/>
          </a:stretch>
        </p:blipFill>
        <p:spPr>
          <a:xfrm>
            <a:off x="0" y="1789580"/>
            <a:ext cx="4716533" cy="3587757"/>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lvl="0">
              <a:defRPr/>
            </a:pPr>
            <a:r>
              <a:rPr lang="ko-KR" altLang="en-US"/>
              <a:t>주요 기능 </a:t>
            </a:r>
            <a:r>
              <a:rPr lang="ko-KR" altLang="en-US">
                <a:solidFill>
                  <a:schemeClr val="dk1"/>
                </a:solidFill>
              </a:rPr>
              <a:t>상담 예약</a:t>
            </a:r>
            <a:endParaRPr lang="ko-KR" altLang="en-US">
              <a:solidFill>
                <a:schemeClr val="dk1"/>
              </a:solidFill>
            </a:endParaRPr>
          </a:p>
        </p:txBody>
      </p:sp>
      <p:pic>
        <p:nvPicPr>
          <p:cNvPr id="12" name=""/>
          <p:cNvPicPr>
            <a:picLocks noChangeAspect="1"/>
          </p:cNvPicPr>
          <p:nvPr/>
        </p:nvPicPr>
        <p:blipFill rotWithShape="1">
          <a:blip r:embed="rId2"/>
          <a:stretch>
            <a:fillRect/>
          </a:stretch>
        </p:blipFill>
        <p:spPr>
          <a:xfrm>
            <a:off x="0" y="1480237"/>
            <a:ext cx="4053879" cy="4894269"/>
          </a:xfrm>
          <a:prstGeom prst="rect">
            <a:avLst/>
          </a:prstGeom>
        </p:spPr>
      </p:pic>
      <p:sp>
        <p:nvSpPr>
          <p:cNvPr id="13" name=""/>
          <p:cNvSpPr txBox="1"/>
          <p:nvPr/>
        </p:nvSpPr>
        <p:spPr>
          <a:xfrm>
            <a:off x="5047866" y="5646452"/>
            <a:ext cx="3030839" cy="1456109"/>
          </a:xfrm>
          <a:prstGeom prst="rect">
            <a:avLst/>
          </a:prstGeom>
        </p:spPr>
        <p:txBody>
          <a:bodyPr wrap="square">
            <a:spAutoFit/>
          </a:bodyPr>
          <a:lstStyle/>
          <a:p>
            <a:pPr marL="333000" indent="-333000">
              <a:buFont typeface="Arial"/>
              <a:buChar char="•"/>
              <a:defRPr/>
            </a:pPr>
            <a:r>
              <a:rPr lang="ko-KR" altLang="en-US"/>
              <a:t>상담날짜 및 시간 선택</a:t>
            </a:r>
            <a:endParaRPr lang="ko-KR" altLang="en-US"/>
          </a:p>
          <a:p>
            <a:pPr marL="333000" indent="-333000">
              <a:buFont typeface="Arial"/>
              <a:buChar char="•"/>
              <a:defRPr/>
            </a:pPr>
            <a:r>
              <a:rPr lang="ko-KR" altLang="en-US"/>
              <a:t>요청 사항 등록</a:t>
            </a:r>
            <a:endParaRPr lang="ko-KR" altLang="en-US"/>
          </a:p>
          <a:p>
            <a:pPr marL="333000" indent="-333000">
              <a:buFont typeface="Arial"/>
              <a:buChar char="•"/>
              <a:defRPr/>
            </a:pPr>
            <a:r>
              <a:rPr lang="ko-KR" altLang="en-US"/>
              <a:t>참고 서류 첨부</a:t>
            </a:r>
            <a:endParaRPr lang="ko-KR" altLang="en-US"/>
          </a:p>
          <a:p>
            <a:pPr marL="0" indent="0">
              <a:buFont typeface="Arial"/>
              <a:buNone/>
              <a:defRPr/>
            </a:pPr>
            <a:endParaRPr lang="ko-KR" altLang="en-US"/>
          </a:p>
          <a:p>
            <a:pPr marL="333000" indent="-333000">
              <a:buFont typeface="Arial"/>
              <a:buChar char="•"/>
              <a:defRPr/>
            </a:pPr>
            <a:endParaRPr lang="ko-KR" altLang="en-US"/>
          </a:p>
        </p:txBody>
      </p:sp>
      <p:pic>
        <p:nvPicPr>
          <p:cNvPr id="15" name=""/>
          <p:cNvPicPr>
            <a:picLocks noChangeAspect="1"/>
          </p:cNvPicPr>
          <p:nvPr/>
        </p:nvPicPr>
        <p:blipFill rotWithShape="1">
          <a:blip r:embed="rId3"/>
          <a:stretch>
            <a:fillRect/>
          </a:stretch>
        </p:blipFill>
        <p:spPr>
          <a:xfrm>
            <a:off x="4201389" y="1437251"/>
            <a:ext cx="4723794" cy="3983497"/>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lvl="0">
              <a:defRPr/>
            </a:pPr>
            <a:r>
              <a:rPr lang="ko-KR" altLang="en-US"/>
              <a:t>주요 기능 </a:t>
            </a:r>
            <a:r>
              <a:rPr lang="ko-KR" altLang="en-US">
                <a:solidFill>
                  <a:schemeClr val="dk1"/>
                </a:solidFill>
              </a:rPr>
              <a:t>상담 예약</a:t>
            </a:r>
            <a:endParaRPr lang="ko-KR" altLang="en-US">
              <a:solidFill>
                <a:schemeClr val="dk1"/>
              </a:solidFill>
            </a:endParaRPr>
          </a:p>
        </p:txBody>
      </p:sp>
      <p:sp>
        <p:nvSpPr>
          <p:cNvPr id="13" name=""/>
          <p:cNvSpPr txBox="1"/>
          <p:nvPr/>
        </p:nvSpPr>
        <p:spPr>
          <a:xfrm>
            <a:off x="457199" y="5792729"/>
            <a:ext cx="3738778" cy="901441"/>
          </a:xfrm>
          <a:prstGeom prst="rect">
            <a:avLst/>
          </a:prstGeom>
        </p:spPr>
        <p:txBody>
          <a:bodyPr wrap="square">
            <a:spAutoFit/>
          </a:bodyPr>
          <a:lstStyle/>
          <a:p>
            <a:pPr marL="333000" indent="-333000">
              <a:buFont typeface="Arial"/>
              <a:buChar char="•"/>
              <a:defRPr/>
            </a:pPr>
            <a:r>
              <a:rPr lang="ko-KR" altLang="en-US"/>
              <a:t>승인</a:t>
            </a:r>
            <a:r>
              <a:rPr lang="en-US" altLang="ko-KR"/>
              <a:t>/</a:t>
            </a:r>
            <a:r>
              <a:rPr lang="ko-KR" altLang="en-US"/>
              <a:t>거절 기능</a:t>
            </a:r>
            <a:endParaRPr lang="ko-KR" altLang="en-US"/>
          </a:p>
          <a:p>
            <a:pPr marL="333000" indent="-333000">
              <a:buFont typeface="Arial"/>
              <a:buChar char="•"/>
              <a:defRPr/>
            </a:pPr>
            <a:r>
              <a:rPr lang="ko-KR" altLang="en-US"/>
              <a:t>접수관리를 통한 상담 신청 관리</a:t>
            </a:r>
            <a:endParaRPr lang="ko-KR" altLang="en-US"/>
          </a:p>
          <a:p>
            <a:pPr marL="333000" indent="-333000">
              <a:buFont typeface="Arial"/>
              <a:buChar char="•"/>
              <a:defRPr/>
            </a:pPr>
            <a:endParaRPr lang="ko-KR" altLang="en-US"/>
          </a:p>
        </p:txBody>
      </p:sp>
      <p:pic>
        <p:nvPicPr>
          <p:cNvPr id="16" name=""/>
          <p:cNvPicPr>
            <a:picLocks noChangeAspect="1"/>
          </p:cNvPicPr>
          <p:nvPr/>
        </p:nvPicPr>
        <p:blipFill rotWithShape="1">
          <a:blip r:embed="rId2"/>
          <a:stretch>
            <a:fillRect/>
          </a:stretch>
        </p:blipFill>
        <p:spPr>
          <a:xfrm>
            <a:off x="0" y="1736052"/>
            <a:ext cx="4380618" cy="3910399"/>
          </a:xfrm>
          <a:prstGeom prst="rect">
            <a:avLst/>
          </a:prstGeom>
        </p:spPr>
      </p:pic>
      <p:pic>
        <p:nvPicPr>
          <p:cNvPr id="17" name=""/>
          <p:cNvPicPr>
            <a:picLocks noChangeAspect="1"/>
          </p:cNvPicPr>
          <p:nvPr/>
        </p:nvPicPr>
        <p:blipFill rotWithShape="1">
          <a:blip r:embed="rId3"/>
          <a:stretch>
            <a:fillRect/>
          </a:stretch>
        </p:blipFill>
        <p:spPr>
          <a:xfrm>
            <a:off x="4380618" y="1297459"/>
            <a:ext cx="4629634" cy="5377784"/>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p:txBody>
          <a:bodyPr/>
          <a:lstStyle/>
          <a:p>
            <a:pPr lvl="0">
              <a:defRPr/>
            </a:pPr>
            <a:r>
              <a:rPr lang="ko-KR" altLang="en-US"/>
              <a:t>시연</a:t>
            </a:r>
            <a:endParaRPr lang="ko-KR" altLang="en-US"/>
          </a:p>
        </p:txBody>
      </p:sp>
      <p:sp>
        <p:nvSpPr>
          <p:cNvPr id="3" name="TextBox 2"/>
          <p:cNvSpPr txBox="1"/>
          <p:nvPr/>
        </p:nvSpPr>
        <p:spPr>
          <a:xfrm>
            <a:off x="731519" y="1371600"/>
            <a:ext cx="7772399" cy="902970"/>
          </a:xfrm>
          <a:prstGeom prst="rect">
            <a:avLst/>
          </a:prstGeom>
          <a:noFill/>
        </p:spPr>
        <p:txBody>
          <a:bodyPr wrap="square">
            <a:spAutoFit/>
          </a:bodyPr>
          <a:lstStyle/>
          <a:p>
            <a:pPr lvl="1">
              <a:defRPr>
                <a:latin typeface="+mn-lt"/>
                <a:ea typeface="+mn-ea"/>
                <a:cs typeface="+mn-cs"/>
              </a:defRPr>
            </a:pPr>
            <a:endParaRPr lang="ko-KR" altLang="en-US">
              <a:latin typeface="+mn-lt"/>
              <a:ea typeface="+mn-ea"/>
              <a:cs typeface="+mn-cs"/>
            </a:endParaRPr>
          </a:p>
          <a:p>
            <a:pPr lvl="1">
              <a:defRPr>
                <a:latin typeface="+mn-lt"/>
                <a:ea typeface="+mn-ea"/>
                <a:cs typeface="+mn-cs"/>
              </a:defRPr>
            </a:pPr>
            <a:endParaRPr lang="ko-KR" altLang="en-US">
              <a:latin typeface="+mn-lt"/>
              <a:ea typeface="+mn-ea"/>
              <a:cs typeface="+mn-cs"/>
            </a:endParaRPr>
          </a:p>
          <a:p>
            <a:pPr lvl="1">
              <a:defRPr>
                <a:latin typeface="+mn-lt"/>
                <a:ea typeface="+mn-ea"/>
                <a:cs typeface="+mn-cs"/>
              </a:defRPr>
            </a:pPr>
            <a:endParaRPr lang="ko-KR" altLang="en-US">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type="title" idx="0"/>
          </p:nvPr>
        </p:nvSpPr>
        <p:spPr/>
        <p:txBody>
          <a:bodyPr/>
          <a:lstStyle/>
          <a:p>
            <a:pPr>
              <a:defRPr/>
            </a:pPr>
            <a:r>
              <a:rPr lang="en-US" altLang="ko-KR"/>
              <a:t>Q&amp;A</a:t>
            </a:r>
            <a:endParaRPr lang="en-US" altLang="ko-K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p:txBody>
          <a:bodyPr/>
          <a:lstStyle/>
          <a:p>
            <a:pPr lvl="0">
              <a:defRPr/>
            </a:pPr>
            <a:r>
              <a:rPr lang="ko-KR" altLang="en-US"/>
              <a:t>후기 </a:t>
            </a:r>
            <a:endParaRPr lang="ko-KR" altLang="en-US">
              <a:solidFill>
                <a:schemeClr val="dk1"/>
              </a:solidFill>
            </a:endParaRPr>
          </a:p>
        </p:txBody>
      </p:sp>
      <p:sp>
        <p:nvSpPr>
          <p:cNvPr id="18" name=""/>
          <p:cNvSpPr/>
          <p:nvPr/>
        </p:nvSpPr>
        <p:spPr>
          <a:xfrm>
            <a:off x="374296" y="3711484"/>
            <a:ext cx="2027463" cy="680356"/>
          </a:xfrm>
          <a:prstGeom prst="rect">
            <a:avLst/>
          </a:prstGeom>
          <a:solidFill>
            <a:srgbClr val="e1d3ff"/>
          </a:solidFill>
          <a:ln>
            <a:noFill/>
          </a:ln>
          <a:effectLst>
            <a:softEdge rad="38100"/>
          </a:effectLst>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r>
              <a:rPr lang="ko-KR" altLang="en-US" sz="3200">
                <a:solidFill>
                  <a:schemeClr val="dk1"/>
                </a:solidFill>
              </a:rPr>
              <a:t>김수빈</a:t>
            </a:r>
            <a:endParaRPr lang="ko-KR" altLang="en-US" sz="3200">
              <a:solidFill>
                <a:schemeClr val="dk1"/>
              </a:solidFill>
            </a:endParaRPr>
          </a:p>
        </p:txBody>
      </p:sp>
      <p:sp>
        <p:nvSpPr>
          <p:cNvPr id="19" name=""/>
          <p:cNvSpPr>
            <a:spLocks noGrp="1"/>
          </p:cNvSpPr>
          <p:nvPr/>
        </p:nvSpPr>
        <p:spPr>
          <a:xfrm>
            <a:off x="374296" y="4437175"/>
            <a:ext cx="2207853" cy="2420825"/>
          </a:xfrm>
          <a:prstGeom prst="rect">
            <a:avLst/>
          </a:prstGeom>
        </p:spPr>
        <p:txBody>
          <a:bodyPr vert="horz" lIns="91440" tIns="45720" rIns="91440" bIns="45720"/>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rPr>
              <a:t>게시판 페이지</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rPr>
              <a:t>의견조사 페이지</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rPr>
              <a:t>의견조사 투표</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Arial"/>
              <a:buNone/>
              <a:defRPr/>
            </a:pP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p:txBody>
      </p:sp>
      <p:sp>
        <p:nvSpPr>
          <p:cNvPr id="21" name=""/>
          <p:cNvSpPr>
            <a:spLocks noGrp="1"/>
          </p:cNvSpPr>
          <p:nvPr/>
        </p:nvSpPr>
        <p:spPr>
          <a:xfrm>
            <a:off x="2582149" y="1290659"/>
            <a:ext cx="6104649" cy="4841650"/>
          </a:xfrm>
          <a:prstGeom prst="rect">
            <a:avLst/>
          </a:prstGeom>
        </p:spPr>
        <p:txBody>
          <a:bodyPr vert="horz" lIns="91440" tIns="45720" rIns="91440" bIns="45720"/>
          <a:p>
            <a:pPr>
              <a:defRPr/>
            </a:pPr>
            <a:r>
              <a:rPr lang="en-US" altLang="ko-KR"/>
              <a:t>팀원들과 협업하며 GitHub를 활용한 버전 관리와 협업 방식을 경험할 수 있었습니다.</a:t>
            </a:r>
            <a:r>
              <a:rPr lang="ko-KR" altLang="en-US"/>
              <a:t> </a:t>
            </a:r>
            <a:r>
              <a:rPr lang="en-US" altLang="ko-KR"/>
              <a:t>처음에는 여러 명이 동시에 작업하는 과정이 익숙하지 않아 어려움을 느끼기도 했지만, 협업을 진행하면서 Git의 사용 방법과 협업 흐름을 점차 이해할 수 있었습니다.</a:t>
            </a:r>
            <a:endParaRPr lang="en-US" altLang="ko-KR"/>
          </a:p>
          <a:p>
            <a:pPr>
              <a:defRPr/>
            </a:pPr>
            <a:endParaRPr lang="en-US" altLang="ko-KR"/>
          </a:p>
          <a:p>
            <a:pPr>
              <a:defRPr/>
            </a:pPr>
            <a:r>
              <a:rPr lang="en-US" altLang="ko-KR"/>
              <a:t>프로젝트를 진행하면서 게시판, 댓글, 투표 기능 등을 직접 구현해 보며 웹 서비스의 기본적인 기능이 어떻게 구현되는지 경험해 볼 수 있었습니다.</a:t>
            </a:r>
            <a:endParaRPr lang="en-US" altLang="ko-KR"/>
          </a:p>
          <a:p>
            <a:pPr>
              <a:defRPr/>
            </a:pPr>
            <a:endParaRPr lang="en-US" altLang="ko-KR"/>
          </a:p>
          <a:p>
            <a:pPr>
              <a:defRPr/>
            </a:pPr>
            <a:r>
              <a:rPr lang="en-US" altLang="ko-KR"/>
              <a:t>또한 React와 Spring Boot를 연동하는 과정에서 프론트엔드와 백엔드가 어떻게 연결되고 데이터를 주고받는지 이해할 수 있었으며, 이를 통해 웹 서비스가 동작하는 전체적인 흐름을 </a:t>
            </a:r>
            <a:endParaRPr lang="en-US" altLang="ko-KR"/>
          </a:p>
          <a:p>
            <a:pPr>
              <a:defRPr/>
            </a:pPr>
            <a:r>
              <a:rPr lang="en-US" altLang="ko-KR"/>
              <a:t>경험할 수 있었습니다.</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p:txBody>
      </p:sp>
      <p:pic>
        <p:nvPicPr>
          <p:cNvPr id="22" name=""/>
          <p:cNvPicPr>
            <a:picLocks noChangeAspect="1"/>
          </p:cNvPicPr>
          <p:nvPr/>
        </p:nvPicPr>
        <p:blipFill rotWithShape="1">
          <a:blip r:embed="rId2"/>
          <a:stretch>
            <a:fillRect/>
          </a:stretch>
        </p:blipFill>
        <p:spPr>
          <a:xfrm>
            <a:off x="457199" y="1423300"/>
            <a:ext cx="1744978" cy="2288184"/>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p:txBody>
          <a:bodyPr/>
          <a:lstStyle/>
          <a:p>
            <a:pPr lvl="0">
              <a:defRPr/>
            </a:pPr>
            <a:r>
              <a:rPr lang="ko-KR" altLang="en-US"/>
              <a:t>후기 </a:t>
            </a:r>
            <a:endParaRPr lang="ko-KR" altLang="en-US">
              <a:solidFill>
                <a:schemeClr val="dk1"/>
              </a:solidFill>
            </a:endParaRPr>
          </a:p>
        </p:txBody>
      </p:sp>
      <p:pic>
        <p:nvPicPr>
          <p:cNvPr id="15" name=""/>
          <p:cNvPicPr>
            <a:picLocks noChangeAspect="1"/>
          </p:cNvPicPr>
          <p:nvPr/>
        </p:nvPicPr>
        <p:blipFill rotWithShape="1">
          <a:blip r:embed="rId2"/>
          <a:stretch>
            <a:fillRect/>
          </a:stretch>
        </p:blipFill>
        <p:spPr>
          <a:xfrm>
            <a:off x="515538" y="1438869"/>
            <a:ext cx="1744978" cy="2139974"/>
          </a:xfrm>
          <a:prstGeom prst="rect">
            <a:avLst/>
          </a:prstGeom>
        </p:spPr>
      </p:pic>
      <p:sp>
        <p:nvSpPr>
          <p:cNvPr id="18" name=""/>
          <p:cNvSpPr/>
          <p:nvPr/>
        </p:nvSpPr>
        <p:spPr>
          <a:xfrm>
            <a:off x="374296" y="3711484"/>
            <a:ext cx="2027463" cy="680356"/>
          </a:xfrm>
          <a:prstGeom prst="rect">
            <a:avLst/>
          </a:prstGeom>
          <a:solidFill>
            <a:srgbClr val="e1d3ff"/>
          </a:solidFill>
          <a:ln>
            <a:noFill/>
          </a:ln>
          <a:effectLst>
            <a:softEdge rad="38100"/>
          </a:effectLst>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r>
              <a:rPr lang="ko-KR" altLang="en-US" sz="3200">
                <a:solidFill>
                  <a:schemeClr val="dk1"/>
                </a:solidFill>
              </a:rPr>
              <a:t>이용현</a:t>
            </a:r>
            <a:endParaRPr lang="ko-KR" altLang="en-US" sz="3200">
              <a:solidFill>
                <a:schemeClr val="dk1"/>
              </a:solidFill>
            </a:endParaRPr>
          </a:p>
        </p:txBody>
      </p:sp>
      <p:sp>
        <p:nvSpPr>
          <p:cNvPr id="19" name=""/>
          <p:cNvSpPr>
            <a:spLocks noGrp="1"/>
          </p:cNvSpPr>
          <p:nvPr/>
        </p:nvSpPr>
        <p:spPr>
          <a:xfrm>
            <a:off x="374296" y="4437175"/>
            <a:ext cx="2207853" cy="2420825"/>
          </a:xfrm>
          <a:prstGeom prst="rect">
            <a:avLst/>
          </a:prstGeom>
        </p:spPr>
        <p:txBody>
          <a:bodyPr vert="horz" lIns="91440" tIns="45720" rIns="91440" bIns="45720"/>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rPr>
              <a:t>판례 데이터 수집</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rPr>
              <a:t>판례 검색 서비스</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rPr>
              <a:t>변호사 조회 서비스</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rPr>
              <a:t>법률 질문 답변 서비스</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p:txBody>
      </p:sp>
      <p:sp>
        <p:nvSpPr>
          <p:cNvPr id="21" name=""/>
          <p:cNvSpPr>
            <a:spLocks noGrp="1"/>
          </p:cNvSpPr>
          <p:nvPr/>
        </p:nvSpPr>
        <p:spPr>
          <a:xfrm>
            <a:off x="2582149" y="1290659"/>
            <a:ext cx="6104649" cy="4841650"/>
          </a:xfrm>
          <a:prstGeom prst="rect">
            <a:avLst/>
          </a:prstGeom>
        </p:spPr>
        <p:txBody>
          <a:bodyPr vert="horz" lIns="91440" tIns="45720" rIns="91440" bIns="45720"/>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r>
              <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rPr>
              <a:t>첫 팀 프로젝트에서 팀장을 맡아 부담도 있었지만 명확한 역할 분담과 소통을 통해 팀원들과 무사히 프로젝트를 완수할 수 있었습니다. 팀장으로서 기획 단계부터 기능을 세밀하게 나누어 효율적인 개발 환경을 조성하는 데 집중했습니다.</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r>
              <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rPr>
              <a:t>기술적으로는 로컬 LLM의 품질 한계를 극복하고자 Gemini AI로 스택을 변경하여 판례 요약의 정확도를 높였습니다. Python으로 데이터를 수집·요약하여 DB에 적재하고 이를 다시 Spring Boot와 React로 연결해 화면에 구현하는 풀스택 과정을 직접 경험하며 서비스 전체 흐름을 파악했습니다.</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r>
              <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rPr>
              <a:t>코드 합병 과정에서 빈번한 Git 충돌이 발생하기도 했지만 팀원들과 지속적으로 진행 상황을 공유하며 문제를 해결해 나갔습니다. 데이터 수집부터 최종 노출까지 전체 아키텍처를 구축해본 점이 큰 성취였으며 팀장으로서 내린 결정을 믿고 따라준 팀원들 덕분에 뜻깊은 결과를 얻었습니다.</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8" name=""/>
          <p:cNvSpPr/>
          <p:nvPr/>
        </p:nvSpPr>
        <p:spPr>
          <a:xfrm>
            <a:off x="2594531" y="1438868"/>
            <a:ext cx="6092267" cy="3645577"/>
          </a:xfrm>
          <a:prstGeom prst="rect">
            <a:avLst/>
          </a:prstGeom>
          <a:noFill/>
          <a:ln>
            <a:noFill/>
          </a:ln>
        </p:spPr>
        <p:txBody>
          <a:bodyPr vert="horz" wrap="square" lIns="91440" tIns="45720" rIns="91440" bIns="45720" anchor="t" anchorCtr="0">
            <a:spAutoFit/>
          </a:bodyPr>
          <a:lstStyle/>
          <a:p>
            <a:pPr lvl="0">
              <a:defRPr/>
            </a:pPr>
            <a:r>
              <a:rPr lang="ko-KR" altLang="en-US">
                <a:solidFill>
                  <a:schemeClr val="dk1"/>
                </a:solidFill>
                <a:latin typeface="한컴 윤고딕 230"/>
                <a:cs typeface="Arial"/>
              </a:rPr>
              <a:t>5개월의 교육 과정을 거쳐 처음으로 </a:t>
            </a:r>
            <a:endParaRPr lang="ko-KR" altLang="en-US">
              <a:solidFill>
                <a:schemeClr val="dk1"/>
              </a:solidFill>
              <a:latin typeface="한컴 윤고딕 230"/>
              <a:cs typeface="Arial"/>
            </a:endParaRPr>
          </a:p>
          <a:p>
            <a:pPr lvl="0">
              <a:defRPr/>
            </a:pPr>
            <a:r>
              <a:rPr lang="ko-KR" altLang="en-US">
                <a:solidFill>
                  <a:schemeClr val="dk1"/>
                </a:solidFill>
                <a:latin typeface="한컴 윤고딕 230"/>
                <a:cs typeface="Arial"/>
              </a:rPr>
              <a:t>한 달간의 팀 프로젝트에 도전하게 되었습니다. </a:t>
            </a:r>
            <a:endParaRPr lang="ko-KR" altLang="en-US">
              <a:solidFill>
                <a:schemeClr val="dk1"/>
              </a:solidFill>
              <a:latin typeface="한컴 윤고딕 230"/>
              <a:cs typeface="Arial"/>
            </a:endParaRPr>
          </a:p>
          <a:p>
            <a:pPr lvl="0">
              <a:defRPr/>
            </a:pPr>
            <a:r>
              <a:rPr lang="ko-KR" altLang="en-US">
                <a:solidFill>
                  <a:schemeClr val="dk1"/>
                </a:solidFill>
                <a:latin typeface="한컴 윤고딕 230"/>
                <a:cs typeface="Arial"/>
              </a:rPr>
              <a:t>첫 팀 프로젝트라 초기에는 막막함이 컸지만</a:t>
            </a:r>
            <a:endParaRPr lang="ko-KR" altLang="en-US">
              <a:solidFill>
                <a:schemeClr val="dk1"/>
              </a:solidFill>
              <a:latin typeface="한컴 윤고딕 230"/>
              <a:cs typeface="Arial"/>
            </a:endParaRPr>
          </a:p>
          <a:p>
            <a:pPr lvl="0">
              <a:defRPr/>
            </a:pPr>
            <a:r>
              <a:rPr lang="ko-KR" altLang="en-US">
                <a:solidFill>
                  <a:schemeClr val="dk1"/>
                </a:solidFill>
                <a:latin typeface="한컴 윤고딕 230"/>
                <a:cs typeface="Arial"/>
              </a:rPr>
              <a:t>자주 회의를 진행하며 방향을 잡아준 </a:t>
            </a:r>
            <a:endParaRPr lang="ko-KR" altLang="en-US">
              <a:solidFill>
                <a:schemeClr val="dk1"/>
              </a:solidFill>
              <a:latin typeface="한컴 윤고딕 230"/>
              <a:cs typeface="Arial"/>
            </a:endParaRPr>
          </a:p>
          <a:p>
            <a:pPr lvl="0">
              <a:defRPr/>
            </a:pPr>
            <a:r>
              <a:rPr lang="ko-KR" altLang="en-US">
                <a:solidFill>
                  <a:schemeClr val="dk1"/>
                </a:solidFill>
                <a:latin typeface="한컴 윤고딕 230"/>
                <a:cs typeface="Arial"/>
              </a:rPr>
              <a:t>팀장님과 팀원분들의 도움 덕분에 부족하지만 </a:t>
            </a:r>
            <a:endParaRPr lang="ko-KR" altLang="en-US">
              <a:solidFill>
                <a:schemeClr val="dk1"/>
              </a:solidFill>
              <a:latin typeface="한컴 윤고딕 230"/>
              <a:cs typeface="Arial"/>
            </a:endParaRPr>
          </a:p>
          <a:p>
            <a:pPr lvl="0">
              <a:defRPr/>
            </a:pPr>
            <a:r>
              <a:rPr lang="ko-KR" altLang="en-US">
                <a:solidFill>
                  <a:schemeClr val="dk1"/>
                </a:solidFill>
                <a:latin typeface="한컴 윤고딕 230"/>
                <a:cs typeface="Arial"/>
              </a:rPr>
              <a:t>LawMate 프로젝트를 무사히 완성할 수 있었습니다. </a:t>
            </a:r>
            <a:endParaRPr lang="ko-KR" altLang="en-US">
              <a:solidFill>
                <a:schemeClr val="dk1"/>
              </a:solidFill>
              <a:latin typeface="한컴 윤고딕 230"/>
              <a:cs typeface="Arial"/>
            </a:endParaRPr>
          </a:p>
          <a:p>
            <a:pPr lvl="0">
              <a:defRPr/>
            </a:pPr>
            <a:endParaRPr lang="ko-KR" altLang="en-US">
              <a:solidFill>
                <a:schemeClr val="dk1"/>
              </a:solidFill>
              <a:latin typeface="한컴 윤고딕 230"/>
              <a:cs typeface="Arial"/>
            </a:endParaRPr>
          </a:p>
          <a:p>
            <a:pPr lvl="0">
              <a:defRPr/>
            </a:pPr>
            <a:r>
              <a:rPr lang="ko-KR" altLang="en-US">
                <a:solidFill>
                  <a:schemeClr val="dk1"/>
                </a:solidFill>
                <a:latin typeface="한컴 윤고딕 230"/>
                <a:cs typeface="Arial"/>
              </a:rPr>
              <a:t>이번 프로젝트를 통해 소통의 가치가 얼마나 값진 것인지 </a:t>
            </a:r>
            <a:endParaRPr lang="ko-KR" altLang="en-US">
              <a:solidFill>
                <a:schemeClr val="dk1"/>
              </a:solidFill>
              <a:latin typeface="한컴 윤고딕 230"/>
              <a:cs typeface="Arial"/>
            </a:endParaRPr>
          </a:p>
          <a:p>
            <a:pPr lvl="0">
              <a:defRPr/>
            </a:pPr>
            <a:r>
              <a:rPr lang="ko-KR" altLang="en-US">
                <a:solidFill>
                  <a:schemeClr val="dk1"/>
                </a:solidFill>
                <a:latin typeface="한컴 윤고딕 230"/>
                <a:cs typeface="Arial"/>
              </a:rPr>
              <a:t>깨달은 소중한 시간이었습니다. </a:t>
            </a:r>
            <a:endParaRPr lang="ko-KR" altLang="en-US">
              <a:solidFill>
                <a:schemeClr val="dk1"/>
              </a:solidFill>
              <a:latin typeface="한컴 윤고딕 230"/>
              <a:cs typeface="Arial"/>
            </a:endParaRPr>
          </a:p>
          <a:p>
            <a:pPr lvl="0">
              <a:defRPr/>
            </a:pPr>
            <a:r>
              <a:rPr lang="en-US" altLang="ko-KR">
                <a:solidFill>
                  <a:schemeClr val="dk1"/>
                </a:solidFill>
                <a:latin typeface="한컴 윤고딕 230"/>
                <a:cs typeface="Arial"/>
              </a:rPr>
              <a:t>5</a:t>
            </a:r>
            <a:r>
              <a:rPr lang="ko-KR" altLang="en-US">
                <a:solidFill>
                  <a:schemeClr val="dk1"/>
                </a:solidFill>
                <a:latin typeface="한컴 윤고딕 230"/>
                <a:cs typeface="Arial"/>
              </a:rPr>
              <a:t>개월동안 강의를 해주신 성낙현 선생님과 </a:t>
            </a:r>
            <a:endParaRPr lang="ko-KR" altLang="en-US">
              <a:solidFill>
                <a:schemeClr val="dk1"/>
              </a:solidFill>
              <a:latin typeface="한컴 윤고딕 230"/>
              <a:cs typeface="Arial"/>
            </a:endParaRPr>
          </a:p>
          <a:p>
            <a:pPr lvl="0">
              <a:defRPr/>
            </a:pPr>
            <a:r>
              <a:rPr lang="ko-KR" altLang="en-US">
                <a:solidFill>
                  <a:schemeClr val="dk1"/>
                </a:solidFill>
                <a:latin typeface="한컴 윤고딕 230"/>
                <a:cs typeface="Arial"/>
              </a:rPr>
              <a:t>곁에서 함께 고생하며 도와주신 </a:t>
            </a:r>
            <a:endParaRPr lang="ko-KR" altLang="en-US">
              <a:solidFill>
                <a:schemeClr val="dk1"/>
              </a:solidFill>
              <a:latin typeface="한컴 윤고딕 230"/>
              <a:cs typeface="Arial"/>
            </a:endParaRPr>
          </a:p>
          <a:p>
            <a:pPr lvl="0">
              <a:defRPr/>
            </a:pPr>
            <a:r>
              <a:rPr lang="ko-KR" altLang="en-US">
                <a:solidFill>
                  <a:schemeClr val="dk1"/>
                </a:solidFill>
                <a:latin typeface="한컴 윤고딕 230"/>
                <a:cs typeface="Arial"/>
              </a:rPr>
              <a:t>용현님, 원석님, 데레제님, 수빈님께 진심으로 감사의 마음을 전합니다.</a:t>
            </a:r>
            <a:endParaRPr lang="ko-KR" altLang="en-US">
              <a:solidFill>
                <a:schemeClr val="dk1"/>
              </a:solidFill>
              <a:latin typeface="한컴 윤고딕 230"/>
              <a:cs typeface="Arial"/>
            </a:endParaRPr>
          </a:p>
        </p:txBody>
      </p:sp>
      <p:sp>
        <p:nvSpPr>
          <p:cNvPr id="2" name="Title 1"/>
          <p:cNvSpPr>
            <a:spLocks noGrp="1"/>
          </p:cNvSpPr>
          <p:nvPr>
            <p:ph type="title" idx="0"/>
          </p:nvPr>
        </p:nvSpPr>
        <p:spPr/>
        <p:txBody>
          <a:bodyPr/>
          <a:lstStyle/>
          <a:p>
            <a:pPr lvl="0">
              <a:defRPr/>
            </a:pPr>
            <a:r>
              <a:rPr lang="ko-KR" altLang="en-US"/>
              <a:t>후기 </a:t>
            </a:r>
            <a:endParaRPr lang="ko-KR" altLang="en-US">
              <a:solidFill>
                <a:schemeClr val="dk1"/>
              </a:solidFill>
            </a:endParaRPr>
          </a:p>
        </p:txBody>
      </p:sp>
      <p:pic>
        <p:nvPicPr>
          <p:cNvPr id="5" name=""/>
          <p:cNvPicPr>
            <a:picLocks noChangeAspect="1"/>
          </p:cNvPicPr>
          <p:nvPr/>
        </p:nvPicPr>
        <p:blipFill rotWithShape="1">
          <a:blip r:embed="rId2"/>
          <a:stretch>
            <a:fillRect/>
          </a:stretch>
        </p:blipFill>
        <p:spPr>
          <a:xfrm>
            <a:off x="598912" y="1438868"/>
            <a:ext cx="1578231" cy="2104308"/>
          </a:xfrm>
          <a:prstGeom prst="rect">
            <a:avLst/>
          </a:prstGeom>
        </p:spPr>
      </p:pic>
      <p:sp>
        <p:nvSpPr>
          <p:cNvPr id="11" name=""/>
          <p:cNvSpPr/>
          <p:nvPr/>
        </p:nvSpPr>
        <p:spPr>
          <a:xfrm>
            <a:off x="374296" y="3711484"/>
            <a:ext cx="2027463" cy="680356"/>
          </a:xfrm>
          <a:prstGeom prst="rect">
            <a:avLst/>
          </a:prstGeom>
          <a:solidFill>
            <a:srgbClr val="e1d3ff"/>
          </a:solidFill>
          <a:ln>
            <a:noFill/>
          </a:ln>
          <a:effectLst>
            <a:softEdge rad="38100"/>
          </a:effectLst>
        </p:spPr>
        <p:style>
          <a:lnRef idx="2">
            <a:schemeClr val="accent1">
              <a:shade val="20000"/>
            </a:schemeClr>
          </a:lnRef>
          <a:fillRef idx="1">
            <a:schemeClr val="accent1"/>
          </a:fillRef>
          <a:effectRef idx="0">
            <a:schemeClr val="accent1"/>
          </a:effectRef>
          <a:fontRef idx="minor">
            <a:schemeClr val="lt1"/>
          </a:fontRef>
        </p:style>
        <p:txBody>
          <a:bodyPr anchor="ctr"/>
          <a:p>
            <a:pPr algn="ctr">
              <a:defRPr/>
            </a:pPr>
            <a:r>
              <a:rPr lang="ko-KR" altLang="en-US" sz="3600">
                <a:solidFill>
                  <a:schemeClr val="dk1"/>
                </a:solidFill>
              </a:rPr>
              <a:t>박은혁</a:t>
            </a:r>
            <a:endParaRPr lang="ko-KR" altLang="en-US" sz="3600">
              <a:solidFill>
                <a:schemeClr val="dk1"/>
              </a:solidFill>
            </a:endParaRPr>
          </a:p>
        </p:txBody>
      </p:sp>
      <p:sp>
        <p:nvSpPr>
          <p:cNvPr id="15" name=""/>
          <p:cNvSpPr>
            <a:spLocks noGrp="1"/>
          </p:cNvSpPr>
          <p:nvPr/>
        </p:nvSpPr>
        <p:spPr>
          <a:xfrm>
            <a:off x="284101" y="4437175"/>
            <a:ext cx="2207853" cy="2420825"/>
          </a:xfrm>
          <a:prstGeom prst="rect">
            <a:avLst/>
          </a:prstGeom>
        </p:spPr>
        <p:txBody>
          <a:bodyPr vert="horz" lIns="91440" tIns="45720" rIns="91440" bIns="45720"/>
          <a:lstStyle/>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rPr>
              <a:t>로그인 페이지</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rPr>
              <a:t>회원가입 페이지</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rPr>
              <a:t>관리자 페이지</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rPr>
              <a:t>마이 페이지</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p:txBody>
          <a:bodyPr/>
          <a:lstStyle/>
          <a:p>
            <a:pPr lvl="0">
              <a:defRPr/>
            </a:pPr>
            <a:r>
              <a:rPr lang="ko-KR" altLang="en-US"/>
              <a:t>후기</a:t>
            </a:r>
            <a:endParaRPr lang="ko-KR" altLang="en-US"/>
          </a:p>
        </p:txBody>
      </p:sp>
      <p:sp>
        <p:nvSpPr>
          <p:cNvPr id="3" name="TextBox 2"/>
          <p:cNvSpPr txBox="1"/>
          <p:nvPr/>
        </p:nvSpPr>
        <p:spPr>
          <a:xfrm>
            <a:off x="731520" y="1371600"/>
            <a:ext cx="7772399" cy="360045"/>
          </a:xfrm>
          <a:prstGeom prst="rect">
            <a:avLst/>
          </a:prstGeom>
          <a:noFill/>
        </p:spPr>
        <p:txBody>
          <a:bodyPr wrap="square">
            <a:spAutoFit/>
          </a:bodyPr>
          <a:lstStyle/>
          <a:p>
            <a:pPr lvl="0">
              <a:defRPr>
                <a:latin typeface="+mn-lt"/>
                <a:ea typeface="+mn-ea"/>
                <a:cs typeface="+mn-cs"/>
              </a:defRPr>
            </a:pPr>
            <a:endParaRPr lang="ko-KR" altLang="en-US">
              <a:latin typeface="+mn-lt"/>
              <a:ea typeface="+mn-ea"/>
              <a:cs typeface="+mn-cs"/>
            </a:endParaRPr>
          </a:p>
        </p:txBody>
      </p:sp>
      <p:sp>
        <p:nvSpPr>
          <p:cNvPr id="4" name=""/>
          <p:cNvSpPr>
            <a:spLocks noGrp="1"/>
          </p:cNvSpPr>
          <p:nvPr/>
        </p:nvSpPr>
        <p:spPr>
          <a:xfrm>
            <a:off x="2381248" y="1284514"/>
            <a:ext cx="6305550" cy="4841650"/>
          </a:xfrm>
          <a:prstGeom prst="rect">
            <a:avLst/>
          </a:prstGeom>
        </p:spPr>
        <p:txBody>
          <a:bodyPr vert="horz" lIns="91440" tIns="45720" rIns="91440" bIns="45720"/>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r>
              <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rPr>
              <a:t>이번 LawMate 프로젝트를 통해 웹 서비스 개발의 전체 과정을 직접 경험할 수 있었습니다. </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r>
              <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rPr>
              <a:t>React를 활용한 프론트엔드 개발, Spring Boot 기반의 백엔드 API 설계, 그리고 Oracle 데이터베이스 연동을 통해 실제 서비스 구조를 이해할 수 있었습니다. </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r>
              <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rPr>
              <a:t>특히 JWT 기반 인증 시스템, 실시간 채팅 기능(WebSocket), 그리고 Python을 활용한 데이터 분석 및 시각화를 구현하면서 다양한 기술을 통합하는 경험을 할 수 있었습니다.</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r>
              <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rPr>
              <a:t>프로젝트를 진행하는 과정에서 프론트엔드와 백엔드의 연동 문제, 데이터베이스 설계, 실시간 기능 구현과 같은 어려움도 있었지만, 문제를 해결하는 과정에서 실무적인 개발 역량을 크게 향상시킬 수 있었습니다.</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p:txBody>
      </p:sp>
      <p:sp>
        <p:nvSpPr>
          <p:cNvPr id="6" name=""/>
          <p:cNvSpPr>
            <a:spLocks noGrp="1"/>
          </p:cNvSpPr>
          <p:nvPr/>
        </p:nvSpPr>
        <p:spPr>
          <a:xfrm>
            <a:off x="402987" y="4552212"/>
            <a:ext cx="1903728" cy="1754075"/>
          </a:xfrm>
          <a:prstGeom prst="rect">
            <a:avLst/>
          </a:prstGeom>
        </p:spPr>
        <p:txBody>
          <a:bodyPr vert="horz" lIns="91440" tIns="45720" rIns="91440" bIns="45720"/>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rPr>
              <a:t>메인 대시보드 </a:t>
            </a:r>
            <a:r>
              <a:rPr xmlns:mc="http://schemas.openxmlformats.org/markup-compatibility/2006" xmlns:hp="http://schemas.haansoft.com/office/presentation/8.0" kumimoji="0" lang="en-US" altLang="ko-KR" sz="1600" b="0" i="0" u="none" strike="noStrike" kern="1200" cap="none" spc="0" normalizeH="0" baseline="0" mc:Ignorable="hp" hp:hslEmbossed="0">
                <a:solidFill>
                  <a:schemeClr val="tx1"/>
                </a:solidFill>
                <a:latin typeface="한컴 윤고딕 230"/>
                <a:cs typeface="함초롬돋움"/>
              </a:rPr>
              <a:t>UI/UX </a:t>
            </a: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rPr>
              <a:t>디자인</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rPr>
              <a:t>카드형 레이아웃</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rPr>
              <a:t>실시간 통계 수치 시각화 구현</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rPr>
              <a:t>레이어 파업컴포넌트 설계</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endParaRPr>
          </a:p>
        </p:txBody>
      </p:sp>
      <p:pic>
        <p:nvPicPr>
          <p:cNvPr id="8" name=""/>
          <p:cNvPicPr>
            <a:picLocks noChangeAspect="1"/>
          </p:cNvPicPr>
          <p:nvPr/>
        </p:nvPicPr>
        <p:blipFill rotWithShape="1">
          <a:blip r:embed="rId2"/>
          <a:stretch>
            <a:fillRect/>
          </a:stretch>
        </p:blipFill>
        <p:spPr>
          <a:xfrm>
            <a:off x="416163" y="1551622"/>
            <a:ext cx="1877377" cy="1877377"/>
          </a:xfrm>
          <a:prstGeom prst="rect">
            <a:avLst/>
          </a:prstGeom>
        </p:spPr>
      </p:pic>
      <p:sp>
        <p:nvSpPr>
          <p:cNvPr id="9" name=""/>
          <p:cNvSpPr/>
          <p:nvPr/>
        </p:nvSpPr>
        <p:spPr>
          <a:xfrm>
            <a:off x="374296" y="3711484"/>
            <a:ext cx="2027463" cy="680356"/>
          </a:xfrm>
          <a:prstGeom prst="rect">
            <a:avLst/>
          </a:prstGeom>
          <a:solidFill>
            <a:srgbClr val="e1d3ff"/>
          </a:solidFill>
          <a:ln>
            <a:noFill/>
          </a:ln>
          <a:effectLst>
            <a:softEdge rad="38100"/>
          </a:effectLst>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r>
              <a:rPr lang="ko-KR" altLang="en-US" sz="3600">
                <a:solidFill>
                  <a:schemeClr val="dk1"/>
                </a:solidFill>
              </a:rPr>
              <a:t>데레제</a:t>
            </a:r>
            <a:endParaRPr lang="ko-KR" altLang="en-US" sz="3600">
              <a:solidFill>
                <a:schemeClr val="dk1"/>
              </a:solidFil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p:txBody>
          <a:bodyPr/>
          <a:lstStyle/>
          <a:p>
            <a:pPr lvl="0">
              <a:defRPr/>
            </a:pPr>
            <a:r>
              <a:rPr lang="ko-KR" altLang="en-US"/>
              <a:t>후기</a:t>
            </a:r>
            <a:endParaRPr lang="ko-KR" altLang="en-US"/>
          </a:p>
        </p:txBody>
      </p:sp>
      <p:sp>
        <p:nvSpPr>
          <p:cNvPr id="3" name="TextBox 2"/>
          <p:cNvSpPr txBox="1"/>
          <p:nvPr/>
        </p:nvSpPr>
        <p:spPr>
          <a:xfrm>
            <a:off x="731520" y="1371600"/>
            <a:ext cx="7772399" cy="360045"/>
          </a:xfrm>
          <a:prstGeom prst="rect">
            <a:avLst/>
          </a:prstGeom>
          <a:noFill/>
        </p:spPr>
        <p:txBody>
          <a:bodyPr wrap="square">
            <a:spAutoFit/>
          </a:bodyPr>
          <a:lstStyle/>
          <a:p>
            <a:pPr lvl="0">
              <a:defRPr>
                <a:latin typeface="+mn-lt"/>
                <a:ea typeface="+mn-ea"/>
                <a:cs typeface="+mn-cs"/>
              </a:defRPr>
            </a:pPr>
            <a:endParaRPr lang="ko-KR" altLang="en-US">
              <a:latin typeface="+mn-lt"/>
              <a:ea typeface="+mn-ea"/>
              <a:cs typeface="+mn-cs"/>
            </a:endParaRPr>
          </a:p>
        </p:txBody>
      </p:sp>
      <p:sp>
        <p:nvSpPr>
          <p:cNvPr id="4" name=""/>
          <p:cNvSpPr>
            <a:spLocks noGrp="1"/>
          </p:cNvSpPr>
          <p:nvPr/>
        </p:nvSpPr>
        <p:spPr>
          <a:xfrm>
            <a:off x="2381248" y="1284514"/>
            <a:ext cx="6305550" cy="4841650"/>
          </a:xfrm>
          <a:prstGeom prst="rect">
            <a:avLst/>
          </a:prstGeom>
        </p:spPr>
        <p:txBody>
          <a:bodyPr vert="horz" lIns="91440" tIns="45720" rIns="91440" bIns="45720"/>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r>
              <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rPr>
              <a:t>WebSocket과 상담 예약·결제 기능을 구현하면서 팀원들과 서로 소통하고 맞춰가는 과정이 쉽지 않았지만, 막히는 부분이 있을 때 팀원들과 함께 고민하고 해결하면서 협업의 중요성을 크게 느꼈습니다. </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r>
              <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rPr>
              <a:t>처음에는 내가 만든 기능이 다른 팀원의 기능과 충돌하거나 연결이 안 되는 경우도 있었지만, 서로 소통하며 맞춰가다 보니 점점 하나의 완성된 서비스가 되어가는 것을 느꼈습니다. </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r>
              <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rPr>
              <a:t>특히 내가 만든 기능이 팀원들이 만든 마이페이지, 변호사 검색 기능과 연결되어 하나의 서비스가 완성될 때 가장 보람 있었습니다.</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r>
              <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rPr>
              <a:t>혼자였다면 훨씬 오래 걸렸을 문제들을 팀원들과 함께 빠르게 해결하면서, 팀워크가 프로젝트의 완성도를 높인다는 것을 직접 경험할 수 있었습니다.</a:t>
            </a: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a:p>
            <a:pPr marL="0" indent="0" algn="l" defTabSz="914400" rtl="0" eaLnBrk="1" latinLnBrk="1" hangingPunct="1">
              <a:lnSpc>
                <a:spcPct val="100000"/>
              </a:lnSpc>
              <a:spcBef>
                <a:spcPct val="20000"/>
              </a:spcBef>
              <a:spcAft>
                <a:spcPts val="0"/>
              </a:spcAft>
              <a:buClr>
                <a:schemeClr val="accent4"/>
              </a:buClr>
              <a:buSzPct val="80000"/>
              <a:buFont typeface="Wingdings"/>
              <a:buNone/>
              <a:defRPr/>
            </a:pPr>
            <a:endParaRPr xmlns:mc="http://schemas.openxmlformats.org/markup-compatibility/2006" xmlns:hp="http://schemas.haansoft.com/office/presentation/8.0" kumimoji="0" lang="ko-KR" altLang="en-US" sz="1800" b="0" i="0" u="none" strike="noStrike" kern="1200" cap="none" spc="0" normalizeH="0" baseline="0" mc:Ignorable="hp" hp:hslEmbossed="0">
              <a:solidFill>
                <a:schemeClr val="tx1"/>
              </a:solidFill>
              <a:latin typeface="+mn-lt"/>
              <a:ea typeface="+mn-ea"/>
              <a:cs typeface="+mn-cs"/>
            </a:endParaRPr>
          </a:p>
        </p:txBody>
      </p:sp>
      <p:sp>
        <p:nvSpPr>
          <p:cNvPr id="6" name=""/>
          <p:cNvSpPr>
            <a:spLocks noGrp="1"/>
          </p:cNvSpPr>
          <p:nvPr/>
        </p:nvSpPr>
        <p:spPr>
          <a:xfrm>
            <a:off x="232708" y="4391840"/>
            <a:ext cx="2169050" cy="1972892"/>
          </a:xfrm>
          <a:prstGeom prst="rect">
            <a:avLst/>
          </a:prstGeom>
        </p:spPr>
        <p:txBody>
          <a:bodyPr vert="horz" lIns="91440" tIns="45720" rIns="91440" bIns="45720"/>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rPr>
              <a:t>실시간 채팅 </a:t>
            </a:r>
            <a:r>
              <a:rPr xmlns:mc="http://schemas.openxmlformats.org/markup-compatibility/2006" xmlns:hp="http://schemas.haansoft.com/office/presentation/8.0" kumimoji="0" lang="en-US" altLang="ko-KR" sz="1600" b="0" i="0" u="none" strike="noStrike" kern="1200" cap="none" spc="0" normalizeH="0" baseline="0" mc:Ignorable="hp" hp:hslEmbossed="0">
                <a:solidFill>
                  <a:schemeClr val="tx1"/>
                </a:solidFill>
                <a:latin typeface="한컴 윤고딕 230"/>
                <a:cs typeface="함초롬돋움"/>
              </a:rPr>
              <a:t>(WebSocket)</a:t>
            </a:r>
            <a:endParaRPr xmlns:mc="http://schemas.openxmlformats.org/markup-compatibility/2006" xmlns:hp="http://schemas.haansoft.com/office/presentation/8.0" kumimoji="0" lang="en-US" altLang="ko-KR" sz="1600" b="0" i="0" u="none" strike="noStrike" kern="1200" cap="none" spc="0" normalizeH="0" baseline="0" mc:Ignorable="hp" hp:hslEmbossed="0">
              <a:solidFill>
                <a:schemeClr val="tx1"/>
              </a:solidFill>
              <a:latin typeface="한컴 윤고딕 230"/>
              <a:cs typeface="함초롬돋움"/>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rPr>
              <a:t>상담 예약 </a:t>
            </a:r>
            <a:r>
              <a:rPr xmlns:mc="http://schemas.openxmlformats.org/markup-compatibility/2006" xmlns:hp="http://schemas.haansoft.com/office/presentation/8.0" kumimoji="0" lang="en-US" altLang="ko-KR" sz="1600" b="0" i="0" u="none" strike="noStrike" kern="1200" cap="none" spc="0" normalizeH="0" baseline="0" mc:Ignorable="hp" hp:hslEmbossed="0">
                <a:solidFill>
                  <a:schemeClr val="tx1"/>
                </a:solidFill>
                <a:latin typeface="한컴 윤고딕 230"/>
                <a:cs typeface="함초롬돋움"/>
              </a:rPr>
              <a:t>·</a:t>
            </a: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rPr>
              <a:t> 접수관리</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rPr>
              <a:t>상담 요청 승인 · 거절 처리</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endParaRPr>
          </a:p>
          <a:p>
            <a:pPr marL="185640" indent="-185640" algn="l" defTabSz="914400" rtl="0" eaLnBrk="1" latinLnBrk="1" hangingPunct="1">
              <a:lnSpc>
                <a:spcPct val="100000"/>
              </a:lnSpc>
              <a:spcBef>
                <a:spcPct val="20000"/>
              </a:spcBef>
              <a:spcAft>
                <a:spcPts val="0"/>
              </a:spcAft>
              <a:buClr>
                <a:schemeClr val="accent4"/>
              </a:buClr>
              <a:buSzPct val="80000"/>
              <a:buFont typeface="Arial"/>
              <a:buChar char="•"/>
              <a:defRPr/>
            </a:pP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rPr>
              <a:t>결제 페이지 </a:t>
            </a:r>
            <a:r>
              <a:rPr xmlns:mc="http://schemas.openxmlformats.org/markup-compatibility/2006" xmlns:hp="http://schemas.haansoft.com/office/presentation/8.0" kumimoji="0" lang="en-US" altLang="ko-KR" sz="1600" b="0" i="0" u="none" strike="noStrike" kern="1200" cap="none" spc="0" normalizeH="0" baseline="0" mc:Ignorable="hp" hp:hslEmbossed="0">
                <a:solidFill>
                  <a:schemeClr val="tx1"/>
                </a:solidFill>
                <a:latin typeface="한컴 윤고딕 230"/>
                <a:cs typeface="함초롬돋움"/>
              </a:rPr>
              <a:t>UI</a:t>
            </a:r>
            <a:r>
              <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rPr>
              <a:t> 구현</a:t>
            </a:r>
            <a:endParaRPr xmlns:mc="http://schemas.openxmlformats.org/markup-compatibility/2006" xmlns:hp="http://schemas.haansoft.com/office/presentation/8.0" kumimoji="0" lang="ko-KR" altLang="en-US" sz="1600" b="0" i="0" u="none" strike="noStrike" kern="1200" cap="none" spc="0" normalizeH="0" baseline="0" mc:Ignorable="hp" hp:hslEmbossed="0">
              <a:solidFill>
                <a:schemeClr val="tx1"/>
              </a:solidFill>
              <a:latin typeface="한컴 윤고딕 230"/>
              <a:cs typeface="함초롬돋움"/>
            </a:endParaRPr>
          </a:p>
        </p:txBody>
      </p:sp>
      <p:sp>
        <p:nvSpPr>
          <p:cNvPr id="9" name=""/>
          <p:cNvSpPr/>
          <p:nvPr/>
        </p:nvSpPr>
        <p:spPr>
          <a:xfrm>
            <a:off x="374296" y="3711484"/>
            <a:ext cx="2027463" cy="680356"/>
          </a:xfrm>
          <a:prstGeom prst="rect">
            <a:avLst/>
          </a:prstGeom>
          <a:solidFill>
            <a:srgbClr val="e1d3ff"/>
          </a:solidFill>
          <a:ln>
            <a:noFill/>
          </a:ln>
          <a:effectLst>
            <a:softEdge rad="38100"/>
          </a:effectLst>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r>
              <a:rPr lang="ko-KR" altLang="en-US" sz="3600">
                <a:solidFill>
                  <a:schemeClr val="dk1"/>
                </a:solidFill>
              </a:rPr>
              <a:t>정원석</a:t>
            </a:r>
            <a:endParaRPr lang="ko-KR" altLang="en-US" sz="3600">
              <a:solidFill>
                <a:schemeClr val="dk1"/>
              </a:solidFill>
            </a:endParaRPr>
          </a:p>
        </p:txBody>
      </p:sp>
      <p:pic>
        <p:nvPicPr>
          <p:cNvPr id="10" name=""/>
          <p:cNvPicPr>
            <a:picLocks noChangeAspect="1"/>
          </p:cNvPicPr>
          <p:nvPr/>
        </p:nvPicPr>
        <p:blipFill rotWithShape="1">
          <a:blip r:embed="rId2"/>
          <a:stretch>
            <a:fillRect/>
          </a:stretch>
        </p:blipFill>
        <p:spPr>
          <a:xfrm>
            <a:off x="436680" y="1551622"/>
            <a:ext cx="1836341" cy="1877377"/>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나비">
  <a:themeElements>
    <a:clrScheme name="분할">
      <a:dk1>
        <a:srgbClr val="323232"/>
      </a:dk1>
      <a:lt1>
        <a:srgbClr val="ffffff"/>
      </a:lt1>
      <a:dk2>
        <a:srgbClr val="9d9c9c"/>
      </a:dk2>
      <a:lt2>
        <a:srgbClr val="f3f3f3"/>
      </a:lt2>
      <a:accent1>
        <a:srgbClr val="268ba3"/>
      </a:accent1>
      <a:accent2>
        <a:srgbClr val="86a983"/>
      </a:accent2>
      <a:accent3>
        <a:srgbClr val="9181b9"/>
      </a:accent3>
      <a:accent4>
        <a:srgbClr val="d0aed4"/>
      </a:accent4>
      <a:accent5>
        <a:srgbClr val="feacc9"/>
      </a:accent5>
      <a:accent6>
        <a:srgbClr val="ff6957"/>
      </a:accent6>
      <a:hlink>
        <a:srgbClr val="f9f1d3"/>
      </a:hlink>
      <a:folHlink>
        <a:srgbClr val="e2cdb0"/>
      </a:folHlink>
    </a:clrScheme>
    <a:fontScheme name="나비">
      <a:majorFont>
        <a:latin typeface="Verdana"/>
        <a:ea typeface=""/>
        <a:cs typeface=""/>
        <a:font script="Jpan" typeface="MS PGothic"/>
        <a:font script="Hang" typeface="한컴 백제 M"/>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ahoma"/>
        <a:ea typeface=""/>
        <a:cs typeface=""/>
        <a:font script="Jpan" typeface="MS PGothic"/>
        <a:font script="Hang" typeface="한컴 윤고딕 230"/>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나비">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254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reflection blurRad="12700" stA="26000" endPos="28000" dist="38100" dir="5400000" sy="-100000" rotWithShape="0"/>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rect">
            <a:fillToRect l="50000" t="-80000" r="50000" b="180000"/>
          </a:path>
        </a:gradFill>
        <a:blipFill rotWithShape="1">
          <a:blip r:embed="rId1">
            <a:alphaModFix/>
            <a:duotone>
              <a:schemeClr val="phClr">
                <a:tint val="50000"/>
                <a:shade val="30000"/>
              </a:schemeClr>
              <a:schemeClr val="phClr">
                <a:tint val="80000"/>
              </a:schemeClr>
            </a:duotone>
            <a:lum/>
          </a:blip>
          <a:stretch>
            <a:fillRect/>
          </a:stretch>
        </a:blip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902</ep:Words>
  <ep:PresentationFormat>On-screen Show (4:3)</ep:PresentationFormat>
  <ep:Paragraphs>137</ep:Paragraphs>
  <ep:Slides>28</ep:Slides>
  <ep:Notes>3</ep:Notes>
  <ep:TotalTime>0</ep:TotalTime>
  <ep:HiddenSlides>0</ep:HiddenSlides>
  <ep:MMClips>0</ep:MMClips>
  <ep:HeadingPairs>
    <vt:vector size="4" baseType="variant">
      <vt:variant>
        <vt:lpstr>테마</vt:lpstr>
      </vt:variant>
      <vt:variant>
        <vt:i4>1</vt:i4>
      </vt:variant>
      <vt:variant>
        <vt:lpstr>슬라이드 제목</vt:lpstr>
      </vt:variant>
      <vt:variant>
        <vt:i4>28</vt:i4>
      </vt:variant>
    </vt:vector>
  </ep:HeadingPairs>
  <ep:TitlesOfParts>
    <vt:vector size="29" baseType="lpstr">
      <vt:lpstr>나비</vt:lpstr>
      <vt:lpstr>슬라이드 1</vt:lpstr>
      <vt:lpstr>팀원 소개</vt:lpstr>
      <vt:lpstr>목차</vt:lpstr>
      <vt:lpstr>프로젝트 기획 의도</vt:lpstr>
      <vt:lpstr>프로젝트 기획 의도</vt:lpstr>
      <vt:lpstr>개발 목표</vt:lpstr>
      <vt:lpstr>개발 일정</vt:lpstr>
      <vt:lpstr>개발 설계(USE-CASE)</vt:lpstr>
      <vt:lpstr>개발 설계(USE-CASE)</vt:lpstr>
      <vt:lpstr>개발 설계(ERD)</vt:lpstr>
      <vt:lpstr>개발 언어 및 사용 기술</vt:lpstr>
      <vt:lpstr>주요 기능</vt:lpstr>
      <vt:lpstr>주요 기능</vt:lpstr>
      <vt:lpstr>주요 기능</vt:lpstr>
      <vt:lpstr>주요 기능</vt:lpstr>
      <vt:lpstr>주요 기능</vt:lpstr>
      <vt:lpstr>주요 기능</vt:lpstr>
      <vt:lpstr>주요 기능 투표 게시판</vt:lpstr>
      <vt:lpstr>주요 기능 채팅</vt:lpstr>
      <vt:lpstr>주요 기능 상담 예약</vt:lpstr>
      <vt:lpstr>주요 기능 상담 예약</vt:lpstr>
      <vt:lpstr>시연</vt:lpstr>
      <vt:lpstr>Q&amp;A</vt:lpstr>
      <vt:lpstr>후기</vt:lpstr>
      <vt:lpstr>후기</vt:lpstr>
      <vt:lpstr>후기</vt:lpstr>
      <vt:lpstr>후기</vt:lpstr>
      <vt:lpstr>후기</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2013-01-27T09:14:16.000</dcterms:created>
  <dc:description>generated using python-pptx</dc:description>
  <cp:lastModifiedBy>KOSMO</cp:lastModifiedBy>
  <dcterms:modified xsi:type="dcterms:W3CDTF">2026-03-16T03:54:58.660</dcterms:modified>
  <cp:revision>110</cp:revision>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